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handoutMasterIdLst>
    <p:handoutMasterId r:id="rId22"/>
  </p:handoutMasterIdLst>
  <p:sldIdLst>
    <p:sldId id="336" r:id="rId3"/>
    <p:sldId id="337" r:id="rId4"/>
    <p:sldId id="346" r:id="rId5"/>
    <p:sldId id="338" r:id="rId6"/>
    <p:sldId id="350" r:id="rId7"/>
    <p:sldId id="400" r:id="rId8"/>
    <p:sldId id="359" r:id="rId10"/>
    <p:sldId id="352" r:id="rId11"/>
    <p:sldId id="426" r:id="rId12"/>
    <p:sldId id="360" r:id="rId13"/>
    <p:sldId id="399" r:id="rId14"/>
    <p:sldId id="355" r:id="rId15"/>
    <p:sldId id="473" r:id="rId16"/>
    <p:sldId id="474" r:id="rId17"/>
    <p:sldId id="475" r:id="rId18"/>
    <p:sldId id="476" r:id="rId19"/>
    <p:sldId id="477" r:id="rId20"/>
    <p:sldId id="377" r:id="rId21"/>
  </p:sldIdLst>
  <p:sldSz cx="12192000" cy="6858000"/>
  <p:notesSz cx="6858000" cy="9144000"/>
  <p:embeddedFontLst>
    <p:embeddedFont>
      <p:font typeface="微软雅黑 Light" panose="020B0502040204020203" pitchFamily="34" charset="-122"/>
      <p:regular r:id="rId26"/>
    </p:embeddedFont>
    <p:embeddedFont>
      <p:font typeface="微软雅黑" panose="020B0503020204020204" pitchFamily="34" charset="-122"/>
      <p:regular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华文宋体" panose="02010600040101010101" pitchFamily="2" charset="-122"/>
      <p:regular r:id="rId32"/>
    </p:embeddedFont>
    <p:embeddedFont>
      <p:font typeface="等线" panose="02010600030101010101" pitchFamily="2" charset="-122"/>
      <p:regular r:id="rId33"/>
    </p:embeddedFont>
    <p:embeddedFont>
      <p:font typeface="幼圆" panose="02010509060101010101" pitchFamily="49" charset="-122"/>
      <p:regular r:id="rId34"/>
    </p:embeddedFont>
    <p:embeddedFont>
      <p:font typeface="Microsoft YaHei UI" panose="020B0503020204020204" pitchFamily="34" charset="-122"/>
      <p:regular r:id="rId35"/>
    </p:embeddedFont>
  </p:embeddedFontLst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611" userDrawn="1">
          <p15:clr>
            <a:srgbClr val="A4A3A4"/>
          </p15:clr>
        </p15:guide>
        <p15:guide id="2" pos="6788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orient="horz" pos="2772" userDrawn="1">
          <p15:clr>
            <a:srgbClr val="A4A3A4"/>
          </p15:clr>
        </p15:guide>
        <p15:guide id="5" orient="horz" pos="21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C93C"/>
    <a:srgbClr val="000000"/>
    <a:srgbClr val="A0DFD5"/>
    <a:srgbClr val="5E4200"/>
    <a:srgbClr val="FA5868"/>
    <a:srgbClr val="5FA4A3"/>
    <a:srgbClr val="4BAFDD"/>
    <a:srgbClr val="2190FD"/>
    <a:srgbClr val="3D7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06" autoAdjust="0"/>
    <p:restoredTop sz="96115" autoAdjust="0"/>
  </p:normalViewPr>
  <p:slideViewPr>
    <p:cSldViewPr snapToGrid="0" showGuides="1">
      <p:cViewPr varScale="1">
        <p:scale>
          <a:sx n="96" d="100"/>
          <a:sy n="96" d="100"/>
        </p:scale>
        <p:origin x="548" y="60"/>
      </p:cViewPr>
      <p:guideLst>
        <p:guide pos="4611"/>
        <p:guide pos="6788"/>
        <p:guide orient="horz" pos="572"/>
        <p:guide orient="horz" pos="2772"/>
        <p:guide orient="horz" pos="21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184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D4BB7-ADC9-E64E-AAAA-DB1E10F7C24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D9CB6-B921-3743-B681-02986F8A82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9T11:42:29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0.000 259.000 24575,'26.000'0.000'0,"0.000"-1.000"0,0.000-1.000 0,33.000-6.000 0,-44.000 5.000 0,0.000-1.000 0,-1.000 0.000 0,1.000-2.000 0,26.000-12.000 0,-37.000 16.000 0,0.000-1.000 0,0.000 1.000 0,0.000-1.000 0,0.000 0.000 0,-1.000 0.000 0,1.000 0.000 0,-1.000-1.000 0,0.000 1.000 0,0.000-1.000 0,0.000 0.000 0,-1.000 0.000 0,1.000 0.000 0,-1.000 0.000 0,0.000 0.000 0,0.000 0.000 0,0.000-1.000 0,-1.000 1.000 0,1.000-1.000 0,-1.000 1.000 0,1.000-8.000 0,-1.000 1.000 0,1.000 0.000 0,-2.000-1.000 0,1.000 1.000 0,-2.000-1.000 0,1.000 1.000 0,-2.000 0.000 0,-3.000-16.000 0,5.000 26.000 0,-1.000-1.000 0,1.000 1.000 0,-1.000 0.000 0,1.000 0.000 0,-1.000-1.000 0,0.000 1.000 0,1.000 0.000 0,-1.000 0.000 0,0.000 0.000 0,0.000 0.000 0,0.000 0.000 0,0.000 0.000 0,0.000 0.000 0,0.000 1.000 0,0.000-1.000 0,0.000 0.000 0,0.000 0.000 0,0.000 1.000 0,-1.000-1.000 0,1.000 1.000 0,0.000-1.000 0,0.000 1.000 0,-2.000-1.000 0,0.000 1.000 0,1.000 0.000 0,0.000 0.000 0,0.000 0.000 0,0.000 0.000 0,0.000 1.000 0,-1.000-1.000 0,1.000 1.000 0,0.000-1.000 0,0.000 1.000 0,0.000 0.000 0,0.000 0.000 0,0.000 0.000 0,-2.000 2.000 0,0.000-1.000 0,0.000 1.000 0,0.000 0.000 0,0.000 1.000 0,0.000-1.000 0,0.000 1.000 0,1.000-1.000 0,0.000 1.000 0,-1.000 0.000 0,1.000 1.000 0,1.000-1.000 0,-5.000 9.000 0,5.000-6.000 0,0.000 1.000 0,0.000-1.000 0,1.000 1.000 0,0.000-1.000 0,0.000 1.000 0,1.000-1.000 0,0.000 1.000 0,0.000 0.000 0,1.000-1.000 0,0.000 1.000 0,3.000 10.000 0,-3.000-15.000 0,0.000 1.000 0,0.000-1.000 0,1.000 0.000 0,-1.000 0.000 0,1.000 0.000 0,-1.000 0.000 0,1.000 0.000 0,0.000 0.000 0,0.000 0.000 0,1.000-1.000 0,-1.000 1.000 0,0.000-1.000 0,1.000 1.000 0,0.000-1.000 0,-1.000 0.000 0,1.000 0.000 0,0.000 0.000 0,0.000 0.000 0,0.000-1.000 0,0.000 1.000 0,0.000-1.000 0,1.000 0.000 0,-1.000 0.000 0,0.000 0.000 0,1.000 0.000 0,5.000 0.000 0,13.000-1.000 0,-18.000 0.000 0,-16.000 7.000 0,11.000-6.000 0,-5.000 1.000 0,1.000 1.000 0,0.000 0.000 0,0.000 0.000 0,1.000 0.000 0,-1.000 1.000 0,1.000 0.000 0,-1.000 0.000 0,-6.000 8.000 0,23.000-12.000 0,-9.000 0.000 0,0.000 0.000 0,-1.000 0.000 0,1.000 0.000 0,0.000 0.000 0,-1.000 0.000 0,1.000 1.000 0,0.000-1.000 0,-1.000 1.000 0,4.000 1.000 0,-6.000-2.000 0,1.000 0.000 0,-1.000 0.000 0,0.000 1.000 0,0.000-1.000 0,1.000 0.000 0,-1.000 1.000 0,0.000-1.000 0,1.000 0.000 0,-1.000 1.000 0,0.000-1.000 0,0.000 0.000 0,0.000 1.000 0,1.000-1.000 0,-1.000 0.000 0,0.000 1.000 0,0.000-1.000 0,0.000 0.000 0,0.000 1.000 0,0.000-1.000 0,0.000 1.000 0,0.000-1.000 0,0.000 0.000 0,0.000 1.000 0,0.000-1.000 0,0.000 1.000 0,0.000-1.000 0,0.000 1.000 0,0.000-1.000 0,0.000 0.000 0,0.000 1.000 0,0.000-1.000 0,-1.000 0.000 0,1.000 1.000 0,-13.000 11.000 0,-18.000 2.000 0,30.000-14.000 0,0.000 1.000 0,-1.000-1.000 0,1.000 1.000 0,-1.000 0.000 0,1.000-1.000 0,0.000 1.000 0,0.000 0.000 0,-1.000 0.000 0,1.000 0.000 0,0.000-1.000 0,0.000 1.000 0,0.000 0.000 0,-1.000 2.000 0,4.000 2.000 0,11.000-1.000 0,33.000-1.000 0,60.000-4.000 0,-33.000 0.000 0,-66.000 0.000 0,1.000 0.000 0,0.000 0.000 0,-1.000 0.000 0,1.000-1.000 0,0.000 0.000 0,-1.000-1.000 0,0.000 1.000 0,0.000-2.000 0,0.000 1.000 0,0.000-1.000 0,0.000 0.000 0,-1.000 0.000 0,1.000-1.000 0,-1.000 1.000 0,9.000-11.000 0,-6.000 6.000 0,-1.000 0.000 0,0.000-1.000 0,0.000 0.000 0,-1.000 0.000 0,-1.000-1.000 0,0.000 0.000 0,0.000 0.000 0,-1.000 0.000 0,5.000-14.000 0,-10.000 23.000 0,1.000 1.000 0,-1.000-1.000 0,1.000 1.000 0,-1.000 0.000 0,0.000-1.000 0,0.000 1.000 0,0.000-1.000 0,1.000 1.000 0,-1.000-1.000 0,-1.000 1.000 0,1.000-1.000 0,0.000 1.000 0,0.000-1.000 0,0.000 1.000 0,-1.000-1.000 0,1.000 1.000 0,-1.000 0.000 0,1.000-1.000 0,-1.000 1.000 0,0.000-1.000 0,1.000 1.000 0,-1.000 0.000 0,-2.000-2.000 0,1.000 1.000 0,0.000 0.000 0,0.000 1.000 0,0.000 0.000 0,0.000-1.000 0,0.000 1.000 0,-1.000 0.000 0,1.000 0.000 0,-1.000 0.000 0,1.000 0.000 0,-1.000 0.000 0,1.000 1.000 0,-5.000-1.000 0,-6.000 0.000 0,-1.000 0.000 0,1.000 1.000 0,-1.000 0.000 0,-14.000 3.000 0,23.000-2.000 0,-1.000 1.000 0,1.000-1.000 0,0.000 1.000 0,0.000 0.000 0,0.000 0.000 0,0.000 0.000 0,-6.000 4.000 0,10.000-6.000 0,-1.000 1.000 0,1.000 0.000 0,-1.000 0.000 0,1.000 0.000 0,0.000 0.000 0,-1.000 0.000 0,1.000 0.000 0,0.000 0.000 0,0.000 0.000 0,0.000 1.000 0,0.000-1.000 0,0.000 0.000 0,0.000 1.000 0,0.000-1.000 0,0.000 1.000 0,1.000-1.000 0,-1.000 1.000 0,0.000 0.000 0,1.000-1.000 0,-1.000 1.000 0,1.000-1.000 0,0.000 1.000 0,0.000 0.000 0,-1.000-1.000 0,1.000 1.000 0,0.000 2.000 0,1.000-3.000 0,0.000 0.000 0,-1.000 1.000 0,1.000-1.000 0,0.000 0.000 0,0.000 0.000 0,-1.000 0.000 0,1.000 0.000 0,0.000 1.000 0,0.000-1.000 0,0.000-1.000 0,1.000 1.000 0,-1.000 0.000 0,0.000 0.000 0,0.000 0.000 0,0.000-1.000 0,1.000 1.000 0,-1.000 0.000 0,0.000-1.000 0,1.000 1.000 0,-1.000-1.000 0,0.000 0.000 0,1.000 1.000 0,-1.000-1.000 0,1.000 0.000 0,1.000 0.000 0,42.000 2.000 0,-37.000-2.000 0,13.000 0.000 0,0.000 0.000 0,-1.000-2.000 0,1.000 0.000 0,-1.000-1.000 0,0.000-2.000 0,1.000 0.000 0,-2.000 0.000 0,35.000-16.000 0,-45.000 17.000 0,0.000 1.000 0,0.000 0.000 0,0.000 1.000 0,1.000 0.000 0,-1.000 0.000 0,1.000 1.000 0,10.000 0.000 0,6.000 0.000 0,36.000 5.000 0,-55.000-2.000 0,0.000 0.000 0,0.000 0.000 0,0.000 0.000 0,0.000 1.000 0,0.000 0.000 0,-1.000 0.000 0,1.000 1.000 0,6.000 4.000 0,-4.000-2.000 0,0.000-1.000 0,19.000 8.000 0,7.000 4.000 0,-29.000-14.000 0,0.000 1.000 0,0.000-1.000 0,0.000-1.000 0,1.000 1.000 0,-1.000-1.000 0,12.000 2.000 0,-14.000-3.000 0,0.000 0.000 0,1.000 0.000 0,-1.000 0.000 0,0.000 1.000 0,0.000-1.000 0,-1.000 1.000 0,1.000 0.000 0,7.000 4.000 0,-11.000-5.000 0,1.000-1.000 0,0.000 1.000 0,-1.000-1.000 0,1.000 1.000 0,-1.000-1.000 0,1.000 1.000 0,-1.000 0.000 0,1.000-1.000 0,-1.000 1.000 0,1.000 0.000 0,-1.000-1.000 0,0.000 1.000 0,1.000 0.000 0,-1.000 0.000 0,0.000-1.000 0,0.000 1.000 0,1.000 0.000 0,-1.000 0.000 0,0.000-1.000 0,0.000 1.000 0,0.000 1.000 0,0.000-1.000 0,-1.000 0.000 0,1.000 0.000 0,-1.000 0.000 0,1.000 1.000 0,-1.000-1.000 0,0.000 0.000 0,1.000 0.000 0,-1.000 0.000 0,0.000-1.000 0,0.000 1.000 0,0.000 0.000 0,1.000 0.000 0,-1.000 0.000 0,0.000 0.000 0,0.000-1.000 0,0.000 1.000 0,0.000-1.000 0,0.000 1.000 0,-2.000 0.000 0,-7.000 4.000 0,0.000-1.000 0,-1.000 0.000 0,0.000 0.000 0,0.000-1.000 0,0.000-1.000 0,0.000 0.000 0,-22.000 1.000 0,2.000-2.000 0,-51.000-5.000 0,23.000-5.000 0,36.000 5.000 0,-42.000-2.000 0,-46.000 6.000 0,170.000-1.000 0,68.000 3.000 0,-115.000 0.000 0,-1.000 0.000 0,1.000 1.000 0,19.000 8.000 0,-20.000-7.000 0,1.000 0.000 0,-1.000-1.000 0,19.000 3.000 0,25.000 3.000 0,-39.000-5.000 0,1.000-1.000 0,23.000 1.000 0,-28.000-3.000 0,5.000 0.000 0,-27.000-4.000 0,-2.000 1.000 0,-1.000-2.000 0,-20.000-7.000 0,24.000 7.000 0,-1.000 0.000 0,-1.000 1.000 0,1.000 0.000 0,0.000 1.000 0,-13.000-1.000 0,-110.000 2.000 0,63.000 2.000 0,54.000 0.000 0,-1.000 1.000 0,-26.000 6.000 0,9.000-1.000 0,-5.000 1.000 272,24.000-4.000-818,0.000-1.000 1,-26.000 1.000-1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30C6B-F34A-4F02-BACE-D18C28E3B7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DD2B1-1A58-4FDB-AD54-64407EF7A1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635" cy="87820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任意多边形: 形状 7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163950" y="0"/>
            <a:ext cx="5817" cy="37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" h="6">
                <a:moveTo>
                  <a:pt x="7" y="0"/>
                </a:moveTo>
                <a:lnTo>
                  <a:pt x="9" y="0"/>
                </a:lnTo>
                <a:lnTo>
                  <a:pt x="0" y="6"/>
                </a:lnTo>
                <a:cubicBezTo>
                  <a:pt x="1" y="4"/>
                  <a:pt x="3" y="3"/>
                  <a:pt x="5" y="2"/>
                </a:cubicBezTo>
                <a:lnTo>
                  <a:pt x="7" y="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矩形 10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924935" y="6118860"/>
            <a:ext cx="8267700" cy="73914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任意多边形: 形状 15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842510" y="0"/>
            <a:ext cx="7350125" cy="6127750"/>
          </a:xfrm>
          <a:custGeom>
            <a:avLst/>
            <a:gdLst>
              <a:gd name="connsiteX0" fmla="*/ 0 w 13575"/>
              <a:gd name="connsiteY0" fmla="*/ 0 h 9650"/>
              <a:gd name="connsiteX1" fmla="*/ 13575 w 13575"/>
              <a:gd name="connsiteY1" fmla="*/ 0 h 9650"/>
              <a:gd name="connsiteX2" fmla="*/ 13573 w 13575"/>
              <a:gd name="connsiteY2" fmla="*/ 9650 h 9650"/>
              <a:gd name="connsiteX3" fmla="*/ 10392 w 13575"/>
              <a:gd name="connsiteY3" fmla="*/ 5796 h 9650"/>
              <a:gd name="connsiteX4" fmla="*/ 4975 w 13575"/>
              <a:gd name="connsiteY4" fmla="*/ 2910 h 9650"/>
              <a:gd name="connsiteX5" fmla="*/ 865 w 13575"/>
              <a:gd name="connsiteY5" fmla="*/ 1037 h 9650"/>
              <a:gd name="connsiteX6" fmla="*/ 1 w 13575"/>
              <a:gd name="connsiteY6" fmla="*/ 2 h 9650"/>
              <a:gd name="connsiteX7" fmla="*/ 0 w 13575"/>
              <a:gd name="connsiteY7" fmla="*/ 0 h 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75" h="9650">
                <a:moveTo>
                  <a:pt x="0" y="0"/>
                </a:moveTo>
                <a:lnTo>
                  <a:pt x="13575" y="0"/>
                </a:lnTo>
                <a:lnTo>
                  <a:pt x="13573" y="9650"/>
                </a:lnTo>
                <a:lnTo>
                  <a:pt x="10392" y="5796"/>
                </a:lnTo>
                <a:cubicBezTo>
                  <a:pt x="9979" y="5714"/>
                  <a:pt x="7103" y="3226"/>
                  <a:pt x="4975" y="2910"/>
                </a:cubicBezTo>
                <a:cubicBezTo>
                  <a:pt x="2847" y="2594"/>
                  <a:pt x="1896" y="1764"/>
                  <a:pt x="865" y="1037"/>
                </a:cubicBezTo>
                <a:cubicBezTo>
                  <a:pt x="348" y="673"/>
                  <a:pt x="117" y="312"/>
                  <a:pt x="1" y="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任意多边形: 形状 1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1430" y="1612900"/>
            <a:ext cx="5881370" cy="5243830"/>
          </a:xfrm>
          <a:custGeom>
            <a:avLst/>
            <a:gdLst>
              <a:gd name="connsiteX0" fmla="*/ 11654 w 13388"/>
              <a:gd name="connsiteY0" fmla="*/ 5800 h 8258"/>
              <a:gd name="connsiteX1" fmla="*/ 13387 w 13388"/>
              <a:gd name="connsiteY1" fmla="*/ 8225 h 8258"/>
              <a:gd name="connsiteX2" fmla="*/ 13388 w 13388"/>
              <a:gd name="connsiteY2" fmla="*/ 8247 h 8258"/>
              <a:gd name="connsiteX3" fmla="*/ 13388 w 13388"/>
              <a:gd name="connsiteY3" fmla="*/ 8258 h 8258"/>
              <a:gd name="connsiteX4" fmla="*/ 18 w 13388"/>
              <a:gd name="connsiteY4" fmla="*/ 8258 h 8258"/>
              <a:gd name="connsiteX5" fmla="*/ 0 w 13388"/>
              <a:gd name="connsiteY5" fmla="*/ 1544 h 8258"/>
              <a:gd name="connsiteX6" fmla="*/ 1472 w 13388"/>
              <a:gd name="connsiteY6" fmla="*/ 1672 h 8258"/>
              <a:gd name="connsiteX7" fmla="*/ 4234 w 13388"/>
              <a:gd name="connsiteY7" fmla="*/ 5722 h 8258"/>
              <a:gd name="connsiteX8" fmla="*/ 11654 w 13388"/>
              <a:gd name="connsiteY8" fmla="*/ 5800 h 8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88" h="8258">
                <a:moveTo>
                  <a:pt x="11654" y="5800"/>
                </a:moveTo>
                <a:cubicBezTo>
                  <a:pt x="12345" y="5674"/>
                  <a:pt x="13357" y="7349"/>
                  <a:pt x="13387" y="8225"/>
                </a:cubicBezTo>
                <a:cubicBezTo>
                  <a:pt x="13387" y="8233"/>
                  <a:pt x="13387" y="8241"/>
                  <a:pt x="13388" y="8247"/>
                </a:cubicBezTo>
                <a:lnTo>
                  <a:pt x="13388" y="8258"/>
                </a:lnTo>
                <a:lnTo>
                  <a:pt x="18" y="8258"/>
                </a:lnTo>
                <a:lnTo>
                  <a:pt x="0" y="1544"/>
                </a:lnTo>
                <a:cubicBezTo>
                  <a:pt x="491" y="1587"/>
                  <a:pt x="799" y="-2037"/>
                  <a:pt x="1472" y="1672"/>
                </a:cubicBezTo>
                <a:cubicBezTo>
                  <a:pt x="2351" y="2071"/>
                  <a:pt x="2835" y="6011"/>
                  <a:pt x="4234" y="5722"/>
                </a:cubicBezTo>
                <a:cubicBezTo>
                  <a:pt x="5654" y="5429"/>
                  <a:pt x="10963" y="5926"/>
                  <a:pt x="11654" y="5800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矩形 20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6705" y="281305"/>
            <a:ext cx="11578590" cy="629539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508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7766050" y="2651125"/>
            <a:ext cx="4426585" cy="4217035"/>
          </a:xfrm>
          <a:custGeom>
            <a:avLst/>
            <a:gdLst>
              <a:gd name="connsiteX0" fmla="*/ 6971 w 6971"/>
              <a:gd name="connsiteY0" fmla="*/ 0 h 6641"/>
              <a:gd name="connsiteX1" fmla="*/ 6971 w 6971"/>
              <a:gd name="connsiteY1" fmla="*/ 6625 h 6641"/>
              <a:gd name="connsiteX2" fmla="*/ 0 w 6971"/>
              <a:gd name="connsiteY2" fmla="*/ 6641 h 6641"/>
              <a:gd name="connsiteX3" fmla="*/ 927 w 6971"/>
              <a:gd name="connsiteY3" fmla="*/ 4986 h 6641"/>
              <a:gd name="connsiteX4" fmla="*/ 5367 w 6971"/>
              <a:gd name="connsiteY4" fmla="*/ 4083 h 6641"/>
              <a:gd name="connsiteX5" fmla="*/ 6953 w 6971"/>
              <a:gd name="connsiteY5" fmla="*/ 27 h 6641"/>
              <a:gd name="connsiteX6" fmla="*/ 6971 w 6971"/>
              <a:gd name="connsiteY6" fmla="*/ 0 h 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1" h="6641">
                <a:moveTo>
                  <a:pt x="6971" y="0"/>
                </a:moveTo>
                <a:lnTo>
                  <a:pt x="6971" y="6625"/>
                </a:lnTo>
                <a:lnTo>
                  <a:pt x="0" y="6641"/>
                </a:lnTo>
                <a:cubicBezTo>
                  <a:pt x="194" y="6156"/>
                  <a:pt x="236" y="5332"/>
                  <a:pt x="927" y="4986"/>
                </a:cubicBezTo>
                <a:cubicBezTo>
                  <a:pt x="2171" y="4279"/>
                  <a:pt x="4356" y="5074"/>
                  <a:pt x="5367" y="4083"/>
                </a:cubicBezTo>
                <a:cubicBezTo>
                  <a:pt x="6362" y="3106"/>
                  <a:pt x="6345" y="903"/>
                  <a:pt x="6953" y="27"/>
                </a:cubicBezTo>
                <a:lnTo>
                  <a:pt x="6971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3500000" sx="101000" sy="101000" algn="br" rotWithShape="0">
              <a:schemeClr val="accent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0" y="0"/>
            <a:ext cx="4105275" cy="34969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6" h="5269">
                <a:moveTo>
                  <a:pt x="0" y="0"/>
                </a:moveTo>
                <a:lnTo>
                  <a:pt x="3415" y="0"/>
                </a:lnTo>
                <a:lnTo>
                  <a:pt x="3413" y="2"/>
                </a:lnTo>
                <a:cubicBezTo>
                  <a:pt x="3411" y="3"/>
                  <a:pt x="3409" y="4"/>
                  <a:pt x="3408" y="6"/>
                </a:cubicBezTo>
                <a:lnTo>
                  <a:pt x="3417" y="0"/>
                </a:lnTo>
                <a:lnTo>
                  <a:pt x="3466" y="0"/>
                </a:lnTo>
                <a:lnTo>
                  <a:pt x="3464" y="9"/>
                </a:lnTo>
                <a:cubicBezTo>
                  <a:pt x="3387" y="488"/>
                  <a:pt x="3365" y="1678"/>
                  <a:pt x="2847" y="2271"/>
                </a:cubicBezTo>
                <a:cubicBezTo>
                  <a:pt x="2312" y="2883"/>
                  <a:pt x="1366" y="2426"/>
                  <a:pt x="797" y="3026"/>
                </a:cubicBezTo>
                <a:cubicBezTo>
                  <a:pt x="237" y="3616"/>
                  <a:pt x="237" y="4868"/>
                  <a:pt x="11" y="5252"/>
                </a:cubicBezTo>
                <a:lnTo>
                  <a:pt x="0" y="52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sx="101000" sy="101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6" name="任意多边形: 形状 25"/>
          <p:cNvSpPr/>
          <p:nvPr userDrawn="1"/>
        </p:nvSpPr>
        <p:spPr>
          <a:xfrm>
            <a:off x="0" y="1905"/>
            <a:ext cx="3809365" cy="2642235"/>
          </a:xfrm>
          <a:custGeom>
            <a:avLst/>
            <a:gdLst>
              <a:gd name="connsiteX0" fmla="*/ 5999 w 5999"/>
              <a:gd name="connsiteY0" fmla="*/ 0 h 4161"/>
              <a:gd name="connsiteX1" fmla="*/ 5599 w 5999"/>
              <a:gd name="connsiteY1" fmla="*/ 963 h 4161"/>
              <a:gd name="connsiteX2" fmla="*/ 3847 w 5999"/>
              <a:gd name="connsiteY2" fmla="*/ 1452 h 4161"/>
              <a:gd name="connsiteX3" fmla="*/ 3195 w 5999"/>
              <a:gd name="connsiteY3" fmla="*/ 2895 h 4161"/>
              <a:gd name="connsiteX4" fmla="*/ 1291 w 5999"/>
              <a:gd name="connsiteY4" fmla="*/ 3258 h 4161"/>
              <a:gd name="connsiteX5" fmla="*/ 0 w 5999"/>
              <a:gd name="connsiteY5" fmla="*/ 4161 h 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99" h="4161">
                <a:moveTo>
                  <a:pt x="5999" y="0"/>
                </a:moveTo>
                <a:cubicBezTo>
                  <a:pt x="5745" y="818"/>
                  <a:pt x="5816" y="658"/>
                  <a:pt x="5599" y="963"/>
                </a:cubicBezTo>
                <a:cubicBezTo>
                  <a:pt x="5382" y="1267"/>
                  <a:pt x="4278" y="1068"/>
                  <a:pt x="3847" y="1452"/>
                </a:cubicBezTo>
                <a:cubicBezTo>
                  <a:pt x="3416" y="1837"/>
                  <a:pt x="3706" y="2534"/>
                  <a:pt x="3195" y="2895"/>
                </a:cubicBezTo>
                <a:cubicBezTo>
                  <a:pt x="2683" y="3256"/>
                  <a:pt x="1930" y="3005"/>
                  <a:pt x="1291" y="3258"/>
                </a:cubicBezTo>
                <a:cubicBezTo>
                  <a:pt x="652" y="3512"/>
                  <a:pt x="220" y="3988"/>
                  <a:pt x="0" y="4161"/>
                </a:cubicBezTo>
              </a:path>
            </a:pathLst>
          </a:cu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/>
          <p:cNvSpPr/>
          <p:nvPr userDrawn="1"/>
        </p:nvSpPr>
        <p:spPr>
          <a:xfrm>
            <a:off x="8505190" y="4189095"/>
            <a:ext cx="3705860" cy="2701925"/>
          </a:xfrm>
          <a:custGeom>
            <a:avLst/>
            <a:gdLst>
              <a:gd name="connisteX0" fmla="*/ 3705860 w 3705860"/>
              <a:gd name="connsiteY0" fmla="*/ 0 h 2701925"/>
              <a:gd name="connisteX1" fmla="*/ 2159000 w 3705860"/>
              <a:gd name="connsiteY1" fmla="*/ 473710 h 2701925"/>
              <a:gd name="connisteX2" fmla="*/ 1812290 w 3705860"/>
              <a:gd name="connsiteY2" fmla="*/ 1917065 h 2701925"/>
              <a:gd name="connisteX3" fmla="*/ 0 w 3705860"/>
              <a:gd name="connsiteY3" fmla="*/ 2701925 h 27019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705860" h="2701925">
                <a:moveTo>
                  <a:pt x="3705860" y="0"/>
                </a:moveTo>
                <a:cubicBezTo>
                  <a:pt x="3403600" y="66040"/>
                  <a:pt x="2537460" y="90170"/>
                  <a:pt x="2159000" y="473710"/>
                </a:cubicBezTo>
                <a:cubicBezTo>
                  <a:pt x="1780540" y="857250"/>
                  <a:pt x="2244090" y="1471295"/>
                  <a:pt x="1812290" y="1917065"/>
                </a:cubicBezTo>
                <a:cubicBezTo>
                  <a:pt x="1380490" y="2362835"/>
                  <a:pt x="355600" y="2573655"/>
                  <a:pt x="0" y="2701925"/>
                </a:cubicBezTo>
              </a:path>
            </a:pathLst>
          </a:cu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490" y="533671"/>
            <a:ext cx="2545315" cy="339375"/>
          </a:xfrm>
          <a:prstGeom prst="rect">
            <a:avLst/>
          </a:prstGeom>
        </p:spPr>
      </p:pic>
      <p:sp>
        <p:nvSpPr>
          <p:cNvPr id="232" name="任意多边形: 形状 231"/>
          <p:cNvSpPr/>
          <p:nvPr userDrawn="1"/>
        </p:nvSpPr>
        <p:spPr>
          <a:xfrm>
            <a:off x="306705" y="4573905"/>
            <a:ext cx="5881370" cy="2002789"/>
          </a:xfrm>
          <a:custGeom>
            <a:avLst/>
            <a:gdLst>
              <a:gd name="connsiteX0" fmla="*/ 0 w 6996568"/>
              <a:gd name="connsiteY0" fmla="*/ 0 h 2981238"/>
              <a:gd name="connsiteX1" fmla="*/ 1674 w 6996568"/>
              <a:gd name="connsiteY1" fmla="*/ 542 h 2981238"/>
              <a:gd name="connsiteX2" fmla="*/ 2032259 w 6996568"/>
              <a:gd name="connsiteY2" fmla="*/ 796780 h 2981238"/>
              <a:gd name="connsiteX3" fmla="*/ 2793727 w 6996568"/>
              <a:gd name="connsiteY3" fmla="*/ 1972670 h 2981238"/>
              <a:gd name="connsiteX4" fmla="*/ 5444209 w 6996568"/>
              <a:gd name="connsiteY4" fmla="*/ 2110627 h 2981238"/>
              <a:gd name="connsiteX5" fmla="*/ 6981283 w 6996568"/>
              <a:gd name="connsiteY5" fmla="*/ 2957283 h 2981238"/>
              <a:gd name="connsiteX6" fmla="*/ 6996568 w 6996568"/>
              <a:gd name="connsiteY6" fmla="*/ 2981238 h 2981238"/>
              <a:gd name="connsiteX7" fmla="*/ 0 w 6996568"/>
              <a:gd name="connsiteY7" fmla="*/ 2981238 h 29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6568" h="2981238">
                <a:moveTo>
                  <a:pt x="0" y="0"/>
                </a:moveTo>
                <a:lnTo>
                  <a:pt x="1674" y="542"/>
                </a:lnTo>
                <a:cubicBezTo>
                  <a:pt x="429739" y="142844"/>
                  <a:pt x="1483565" y="412240"/>
                  <a:pt x="2032259" y="796780"/>
                </a:cubicBezTo>
                <a:cubicBezTo>
                  <a:pt x="2598543" y="1193813"/>
                  <a:pt x="2111003" y="1709792"/>
                  <a:pt x="2793727" y="1972670"/>
                </a:cubicBezTo>
                <a:cubicBezTo>
                  <a:pt x="3476453" y="2235548"/>
                  <a:pt x="4627452" y="1830369"/>
                  <a:pt x="5444209" y="2110627"/>
                </a:cubicBezTo>
                <a:cubicBezTo>
                  <a:pt x="5989552" y="2297602"/>
                  <a:pt x="6739869" y="2644666"/>
                  <a:pt x="6981283" y="2957283"/>
                </a:cubicBezTo>
                <a:lnTo>
                  <a:pt x="6996568" y="2981238"/>
                </a:lnTo>
                <a:lnTo>
                  <a:pt x="0" y="2981238"/>
                </a:lnTo>
                <a:close/>
              </a:path>
            </a:pathLst>
          </a:custGeom>
          <a:solidFill>
            <a:schemeClr val="bg1">
              <a:lumMod val="85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9440000" sx="101000" sy="101000" algn="tl" rotWithShape="0">
              <a:schemeClr val="bg1">
                <a:lumMod val="8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8648" y="5915917"/>
            <a:ext cx="1357172" cy="2835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83642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8994050" y="3887536"/>
            <a:ext cx="3197950" cy="2970464"/>
          </a:xfrm>
          <a:custGeom>
            <a:avLst/>
            <a:gdLst>
              <a:gd name="connisteX0" fmla="*/ 3775823 w 4434214"/>
              <a:gd name="connsiteY0" fmla="*/ 312006 h 4371006"/>
              <a:gd name="connisteX1" fmla="*/ 3187178 w 4434214"/>
              <a:gd name="connsiteY1" fmla="*/ 1432146 h 4371006"/>
              <a:gd name="connisteX2" fmla="*/ 2009253 w 4434214"/>
              <a:gd name="connsiteY2" fmla="*/ 1686146 h 4371006"/>
              <a:gd name="connisteX3" fmla="*/ 566533 w 4434214"/>
              <a:gd name="connsiteY3" fmla="*/ 3290791 h 4371006"/>
              <a:gd name="connisteX4" fmla="*/ 300468 w 4434214"/>
              <a:gd name="connsiteY4" fmla="*/ 3718146 h 4371006"/>
              <a:gd name="connisteX5" fmla="*/ 3868533 w 4434214"/>
              <a:gd name="connsiteY5" fmla="*/ 4168361 h 4371006"/>
              <a:gd name="connisteX6" fmla="*/ 4399393 w 4434214"/>
              <a:gd name="connsiteY6" fmla="*/ 774286 h 4371006"/>
              <a:gd name="connisteX7" fmla="*/ 4041253 w 4434214"/>
              <a:gd name="connsiteY7" fmla="*/ 35146 h 4371006"/>
              <a:gd name="connisteX8" fmla="*/ 3775823 w 4434214"/>
              <a:gd name="connsiteY8" fmla="*/ 312006 h 437100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036" h="4678">
                <a:moveTo>
                  <a:pt x="5036" y="0"/>
                </a:moveTo>
                <a:lnTo>
                  <a:pt x="5036" y="4678"/>
                </a:lnTo>
                <a:lnTo>
                  <a:pt x="0" y="4678"/>
                </a:lnTo>
                <a:lnTo>
                  <a:pt x="15" y="4660"/>
                </a:lnTo>
                <a:cubicBezTo>
                  <a:pt x="558" y="4001"/>
                  <a:pt x="1436" y="2762"/>
                  <a:pt x="2235" y="2195"/>
                </a:cubicBezTo>
                <a:cubicBezTo>
                  <a:pt x="3060" y="1610"/>
                  <a:pt x="3534" y="2228"/>
                  <a:pt x="4090" y="1795"/>
                </a:cubicBezTo>
                <a:cubicBezTo>
                  <a:pt x="4646" y="1362"/>
                  <a:pt x="4748" y="471"/>
                  <a:pt x="5017" y="31"/>
                </a:cubicBezTo>
                <a:cubicBezTo>
                  <a:pt x="5022" y="24"/>
                  <a:pt x="5026" y="18"/>
                  <a:pt x="5030" y="11"/>
                </a:cubicBezTo>
                <a:lnTo>
                  <a:pt x="5036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3500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8785860" y="4207510"/>
            <a:ext cx="3394075" cy="2644140"/>
          </a:xfrm>
          <a:custGeom>
            <a:avLst/>
            <a:gdLst>
              <a:gd name="connisteX0" fmla="*/ 3394075 w 3394075"/>
              <a:gd name="connsiteY0" fmla="*/ 0 h 2644140"/>
              <a:gd name="connisteX1" fmla="*/ 3013075 w 3394075"/>
              <a:gd name="connsiteY1" fmla="*/ 715645 h 2644140"/>
              <a:gd name="connisteX2" fmla="*/ 1789430 w 3394075"/>
              <a:gd name="connsiteY2" fmla="*/ 669925 h 2644140"/>
              <a:gd name="connisteX3" fmla="*/ 1143000 w 3394075"/>
              <a:gd name="connsiteY3" fmla="*/ 1905000 h 2644140"/>
              <a:gd name="connisteX4" fmla="*/ 0 w 3394075"/>
              <a:gd name="connsiteY4" fmla="*/ 2644140 h 2644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394075" h="2644140">
                <a:moveTo>
                  <a:pt x="3394075" y="0"/>
                </a:moveTo>
                <a:cubicBezTo>
                  <a:pt x="3342640" y="144145"/>
                  <a:pt x="3333750" y="581660"/>
                  <a:pt x="3013075" y="715645"/>
                </a:cubicBezTo>
                <a:cubicBezTo>
                  <a:pt x="2692400" y="849630"/>
                  <a:pt x="2163445" y="431800"/>
                  <a:pt x="1789430" y="669925"/>
                </a:cubicBezTo>
                <a:cubicBezTo>
                  <a:pt x="1415415" y="908050"/>
                  <a:pt x="1501140" y="1510030"/>
                  <a:pt x="1143000" y="1905000"/>
                </a:cubicBezTo>
                <a:cubicBezTo>
                  <a:pt x="784860" y="2299970"/>
                  <a:pt x="215900" y="2520950"/>
                  <a:pt x="0" y="2644140"/>
                </a:cubicBezTo>
              </a:path>
            </a:pathLst>
          </a:cu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6" name="组合 175"/>
          <p:cNvGrpSpPr/>
          <p:nvPr userDrawn="1"/>
        </p:nvGrpSpPr>
        <p:grpSpPr>
          <a:xfrm>
            <a:off x="1081463" y="1373984"/>
            <a:ext cx="4023938" cy="3132002"/>
            <a:chOff x="1018" y="2299"/>
            <a:chExt cx="5527" cy="4636"/>
          </a:xfrm>
        </p:grpSpPr>
        <p:sp>
          <p:nvSpPr>
            <p:cNvPr id="10" name="矩形 9"/>
            <p:cNvSpPr/>
            <p:nvPr userDrawn="1"/>
          </p:nvSpPr>
          <p:spPr>
            <a:xfrm>
              <a:off x="1018" y="2662"/>
              <a:ext cx="5218" cy="4273"/>
            </a:xfrm>
            <a:prstGeom prst="rect">
              <a:avLst/>
            </a:prstGeom>
            <a:solidFill>
              <a:schemeClr val="accent1"/>
            </a:solidFill>
            <a:ln w="1016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8100000" algn="tr" rotWithShape="0">
                <a:schemeClr val="accent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1446" y="2299"/>
              <a:ext cx="5099" cy="416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236" y="5882640"/>
            <a:ext cx="2136368" cy="446405"/>
          </a:xfrm>
          <a:prstGeom prst="rect">
            <a:avLst/>
          </a:prstGeom>
        </p:spPr>
      </p:pic>
      <p:sp>
        <p:nvSpPr>
          <p:cNvPr id="71" name="任意多边形: 形状 70"/>
          <p:cNvSpPr/>
          <p:nvPr userDrawn="1"/>
        </p:nvSpPr>
        <p:spPr>
          <a:xfrm>
            <a:off x="11216680" y="5876910"/>
            <a:ext cx="975321" cy="981091"/>
          </a:xfrm>
          <a:custGeom>
            <a:avLst/>
            <a:gdLst>
              <a:gd name="connsiteX0" fmla="*/ 829061 w 975321"/>
              <a:gd name="connsiteY0" fmla="*/ 843 h 981091"/>
              <a:gd name="connsiteX1" fmla="*/ 935177 w 975321"/>
              <a:gd name="connsiteY1" fmla="*/ 2926 h 981091"/>
              <a:gd name="connsiteX2" fmla="*/ 975321 w 975321"/>
              <a:gd name="connsiteY2" fmla="*/ 9003 h 981091"/>
              <a:gd name="connsiteX3" fmla="*/ 975321 w 975321"/>
              <a:gd name="connsiteY3" fmla="*/ 210084 h 981091"/>
              <a:gd name="connsiteX4" fmla="*/ 920513 w 975321"/>
              <a:gd name="connsiteY4" fmla="*/ 201491 h 981091"/>
              <a:gd name="connsiteX5" fmla="*/ 395148 w 975321"/>
              <a:gd name="connsiteY5" fmla="*/ 408896 h 981091"/>
              <a:gd name="connsiteX6" fmla="*/ 203712 w 975321"/>
              <a:gd name="connsiteY6" fmla="*/ 833319 h 981091"/>
              <a:gd name="connsiteX7" fmla="*/ 202954 w 975321"/>
              <a:gd name="connsiteY7" fmla="*/ 981091 h 981091"/>
              <a:gd name="connsiteX8" fmla="*/ 3328 w 975321"/>
              <a:gd name="connsiteY8" fmla="*/ 981091 h 981091"/>
              <a:gd name="connsiteX9" fmla="*/ 0 w 975321"/>
              <a:gd name="connsiteY9" fmla="*/ 912749 h 981091"/>
              <a:gd name="connsiteX10" fmla="*/ 259716 w 975321"/>
              <a:gd name="connsiteY10" fmla="*/ 262525 h 981091"/>
              <a:gd name="connsiteX11" fmla="*/ 829061 w 975321"/>
              <a:gd name="connsiteY11" fmla="*/ 843 h 98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5321" h="981091">
                <a:moveTo>
                  <a:pt x="829061" y="843"/>
                </a:moveTo>
                <a:cubicBezTo>
                  <a:pt x="864280" y="-758"/>
                  <a:pt x="899716" y="-83"/>
                  <a:pt x="935177" y="2926"/>
                </a:cubicBezTo>
                <a:lnTo>
                  <a:pt x="975321" y="9003"/>
                </a:lnTo>
                <a:lnTo>
                  <a:pt x="975321" y="210084"/>
                </a:lnTo>
                <a:lnTo>
                  <a:pt x="920513" y="201491"/>
                </a:lnTo>
                <a:cubicBezTo>
                  <a:pt x="727062" y="184418"/>
                  <a:pt x="534558" y="259109"/>
                  <a:pt x="395148" y="408896"/>
                </a:cubicBezTo>
                <a:cubicBezTo>
                  <a:pt x="287819" y="524214"/>
                  <a:pt x="221216" y="674192"/>
                  <a:pt x="203712" y="833319"/>
                </a:cubicBezTo>
                <a:lnTo>
                  <a:pt x="202954" y="981091"/>
                </a:lnTo>
                <a:lnTo>
                  <a:pt x="3328" y="981091"/>
                </a:lnTo>
                <a:lnTo>
                  <a:pt x="0" y="912749"/>
                </a:lnTo>
                <a:cubicBezTo>
                  <a:pt x="1275" y="669437"/>
                  <a:pt x="93857" y="434880"/>
                  <a:pt x="259716" y="262525"/>
                </a:cubicBezTo>
                <a:cubicBezTo>
                  <a:pt x="414241" y="101949"/>
                  <a:pt x="617749" y="10446"/>
                  <a:pt x="829061" y="84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1243812" y="1058705"/>
            <a:ext cx="9704377" cy="474059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508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6473387" y="0"/>
            <a:ext cx="5718613" cy="2988375"/>
          </a:xfrm>
          <a:custGeom>
            <a:avLst/>
            <a:gdLst>
              <a:gd name="connsiteX0" fmla="*/ 0 w 10867"/>
              <a:gd name="connsiteY0" fmla="*/ 549 h 5282"/>
              <a:gd name="connsiteX1" fmla="*/ 1655 w 10867"/>
              <a:gd name="connsiteY1" fmla="*/ 3093 h 5282"/>
              <a:gd name="connsiteX2" fmla="*/ 5382 w 10867"/>
              <a:gd name="connsiteY2" fmla="*/ 3147 h 5282"/>
              <a:gd name="connsiteX3" fmla="*/ 7546 w 10867"/>
              <a:gd name="connsiteY3" fmla="*/ 4838 h 5282"/>
              <a:gd name="connsiteX4" fmla="*/ 9091 w 10867"/>
              <a:gd name="connsiteY4" fmla="*/ 5275 h 5282"/>
              <a:gd name="connsiteX5" fmla="*/ 10867 w 10867"/>
              <a:gd name="connsiteY5" fmla="*/ 5116 h 5282"/>
              <a:gd name="connsiteX6" fmla="*/ 9706 w 10867"/>
              <a:gd name="connsiteY6" fmla="*/ 281 h 5282"/>
              <a:gd name="connsiteX7" fmla="*/ 8070 w 10867"/>
              <a:gd name="connsiteY7" fmla="*/ 0 h 5282"/>
              <a:gd name="connsiteX8" fmla="*/ 0 w 10867"/>
              <a:gd name="connsiteY8" fmla="*/ 549 h 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06" h="4706">
                <a:moveTo>
                  <a:pt x="0" y="0"/>
                </a:moveTo>
                <a:lnTo>
                  <a:pt x="9006" y="0"/>
                </a:lnTo>
                <a:lnTo>
                  <a:pt x="9006" y="4702"/>
                </a:lnTo>
                <a:lnTo>
                  <a:pt x="8999" y="4702"/>
                </a:lnTo>
                <a:cubicBezTo>
                  <a:pt x="8477" y="4723"/>
                  <a:pt x="8240" y="4668"/>
                  <a:pt x="7533" y="4262"/>
                </a:cubicBezTo>
                <a:cubicBezTo>
                  <a:pt x="6791" y="3836"/>
                  <a:pt x="6547" y="2920"/>
                  <a:pt x="5369" y="2571"/>
                </a:cubicBezTo>
                <a:cubicBezTo>
                  <a:pt x="4191" y="2222"/>
                  <a:pt x="2718" y="3037"/>
                  <a:pt x="1642" y="2517"/>
                </a:cubicBezTo>
                <a:cubicBezTo>
                  <a:pt x="599" y="2013"/>
                  <a:pt x="264" y="575"/>
                  <a:pt x="11" y="2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sx="101000" sy="101000" algn="b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14" name="等腰三角形 13"/>
          <p:cNvSpPr/>
          <p:nvPr userDrawn="1"/>
        </p:nvSpPr>
        <p:spPr>
          <a:xfrm rot="10800000">
            <a:off x="5842000" y="5941060"/>
            <a:ext cx="508000" cy="508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 rot="10800000">
            <a:off x="5842000" y="6016625"/>
            <a:ext cx="508000" cy="508000"/>
          </a:xfrm>
          <a:prstGeom prst="triangle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 rot="10800000">
            <a:off x="9771380" y="6054090"/>
            <a:ext cx="2042160" cy="425450"/>
            <a:chOff x="657" y="9082"/>
            <a:chExt cx="3216" cy="670"/>
          </a:xfrm>
        </p:grpSpPr>
        <p:grpSp>
          <p:nvGrpSpPr>
            <p:cNvPr id="3" name="组合 2"/>
            <p:cNvGrpSpPr/>
            <p:nvPr userDrawn="1"/>
          </p:nvGrpSpPr>
          <p:grpSpPr>
            <a:xfrm rot="5400000">
              <a:off x="2519" y="8122"/>
              <a:ext cx="118" cy="2590"/>
              <a:chOff x="1733" y="5806"/>
              <a:chExt cx="118" cy="2590"/>
            </a:xfrm>
          </p:grpSpPr>
          <p:sp>
            <p:nvSpPr>
              <p:cNvPr id="4" name="椭圆 3"/>
              <p:cNvSpPr/>
              <p:nvPr userDrawn="1"/>
            </p:nvSpPr>
            <p:spPr>
              <a:xfrm>
                <a:off x="1733" y="580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 userDrawn="1"/>
            </p:nvSpPr>
            <p:spPr>
              <a:xfrm>
                <a:off x="1733" y="605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 userDrawn="1"/>
            </p:nvSpPr>
            <p:spPr>
              <a:xfrm>
                <a:off x="1733" y="630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 userDrawn="1"/>
            </p:nvSpPr>
            <p:spPr>
              <a:xfrm>
                <a:off x="1733" y="6547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 userDrawn="1"/>
            </p:nvSpPr>
            <p:spPr>
              <a:xfrm>
                <a:off x="1733" y="6795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 userDrawn="1"/>
            </p:nvSpPr>
            <p:spPr>
              <a:xfrm>
                <a:off x="1733" y="7042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 userDrawn="1"/>
            </p:nvSpPr>
            <p:spPr>
              <a:xfrm>
                <a:off x="1733" y="7289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 userDrawn="1"/>
            </p:nvSpPr>
            <p:spPr>
              <a:xfrm>
                <a:off x="1733" y="753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 userDrawn="1"/>
            </p:nvSpPr>
            <p:spPr>
              <a:xfrm>
                <a:off x="1733" y="778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 userDrawn="1"/>
            </p:nvSpPr>
            <p:spPr>
              <a:xfrm>
                <a:off x="1733" y="803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 userDrawn="1"/>
            </p:nvSpPr>
            <p:spPr>
              <a:xfrm>
                <a:off x="1733" y="8278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 userDrawn="1"/>
          </p:nvGrpSpPr>
          <p:grpSpPr>
            <a:xfrm rot="5400000">
              <a:off x="1893" y="8398"/>
              <a:ext cx="118" cy="2590"/>
              <a:chOff x="1733" y="5806"/>
              <a:chExt cx="118" cy="2590"/>
            </a:xfrm>
          </p:grpSpPr>
          <p:sp>
            <p:nvSpPr>
              <p:cNvPr id="20" name="椭圆 19"/>
              <p:cNvSpPr/>
              <p:nvPr userDrawn="1"/>
            </p:nvSpPr>
            <p:spPr>
              <a:xfrm>
                <a:off x="1733" y="580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/>
              <p:cNvSpPr/>
              <p:nvPr userDrawn="1"/>
            </p:nvSpPr>
            <p:spPr>
              <a:xfrm>
                <a:off x="1733" y="605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 userDrawn="1"/>
            </p:nvSpPr>
            <p:spPr>
              <a:xfrm>
                <a:off x="1733" y="630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 userDrawn="1"/>
            </p:nvSpPr>
            <p:spPr>
              <a:xfrm>
                <a:off x="1733" y="6547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 userDrawn="1"/>
            </p:nvSpPr>
            <p:spPr>
              <a:xfrm>
                <a:off x="1733" y="6795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 userDrawn="1"/>
            </p:nvSpPr>
            <p:spPr>
              <a:xfrm>
                <a:off x="1733" y="7042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 userDrawn="1"/>
            </p:nvSpPr>
            <p:spPr>
              <a:xfrm>
                <a:off x="1733" y="7289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 userDrawn="1"/>
            </p:nvSpPr>
            <p:spPr>
              <a:xfrm>
                <a:off x="1733" y="753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/>
              <p:nvPr userDrawn="1"/>
            </p:nvSpPr>
            <p:spPr>
              <a:xfrm>
                <a:off x="1733" y="778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/>
              <p:cNvSpPr/>
              <p:nvPr userDrawn="1"/>
            </p:nvSpPr>
            <p:spPr>
              <a:xfrm>
                <a:off x="1733" y="803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 userDrawn="1"/>
            </p:nvSpPr>
            <p:spPr>
              <a:xfrm>
                <a:off x="1733" y="8278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3" name="组合 92"/>
            <p:cNvGrpSpPr/>
            <p:nvPr userDrawn="1"/>
          </p:nvGrpSpPr>
          <p:grpSpPr>
            <a:xfrm rot="5400000">
              <a:off x="2212" y="7846"/>
              <a:ext cx="118" cy="2590"/>
              <a:chOff x="1733" y="5806"/>
              <a:chExt cx="118" cy="2590"/>
            </a:xfrm>
          </p:grpSpPr>
          <p:sp>
            <p:nvSpPr>
              <p:cNvPr id="94" name="椭圆 93"/>
              <p:cNvSpPr/>
              <p:nvPr userDrawn="1"/>
            </p:nvSpPr>
            <p:spPr>
              <a:xfrm>
                <a:off x="1733" y="580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 userDrawn="1"/>
            </p:nvSpPr>
            <p:spPr>
              <a:xfrm>
                <a:off x="1733" y="605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 userDrawn="1"/>
            </p:nvSpPr>
            <p:spPr>
              <a:xfrm>
                <a:off x="1733" y="630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 userDrawn="1"/>
            </p:nvSpPr>
            <p:spPr>
              <a:xfrm>
                <a:off x="1733" y="6547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 userDrawn="1"/>
            </p:nvSpPr>
            <p:spPr>
              <a:xfrm>
                <a:off x="1733" y="6795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/>
              <p:cNvSpPr/>
              <p:nvPr userDrawn="1"/>
            </p:nvSpPr>
            <p:spPr>
              <a:xfrm>
                <a:off x="1733" y="7042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 userDrawn="1"/>
            </p:nvSpPr>
            <p:spPr>
              <a:xfrm>
                <a:off x="1733" y="7289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 userDrawn="1"/>
            </p:nvSpPr>
            <p:spPr>
              <a:xfrm>
                <a:off x="1733" y="7536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 userDrawn="1"/>
            </p:nvSpPr>
            <p:spPr>
              <a:xfrm>
                <a:off x="1733" y="7783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/>
              <p:cNvSpPr/>
              <p:nvPr userDrawn="1"/>
            </p:nvSpPr>
            <p:spPr>
              <a:xfrm>
                <a:off x="1733" y="8030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 userDrawn="1"/>
            </p:nvSpPr>
            <p:spPr>
              <a:xfrm>
                <a:off x="1733" y="8278"/>
                <a:ext cx="119" cy="1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5" name="椭圆 104"/>
          <p:cNvSpPr/>
          <p:nvPr userDrawn="1"/>
        </p:nvSpPr>
        <p:spPr>
          <a:xfrm>
            <a:off x="-434247" y="-475979"/>
            <a:ext cx="1009650" cy="10096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椭圆 105"/>
          <p:cNvSpPr/>
          <p:nvPr userDrawn="1"/>
        </p:nvSpPr>
        <p:spPr>
          <a:xfrm>
            <a:off x="-365760" y="-411480"/>
            <a:ext cx="1009650" cy="1009650"/>
          </a:xfrm>
          <a:prstGeom prst="ellipse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490" y="533671"/>
            <a:ext cx="2545315" cy="339375"/>
          </a:xfrm>
          <a:prstGeom prst="rect">
            <a:avLst/>
          </a:prstGeom>
        </p:spPr>
      </p:pic>
      <p:grpSp>
        <p:nvGrpSpPr>
          <p:cNvPr id="22" name="组合 21"/>
          <p:cNvGrpSpPr/>
          <p:nvPr userDrawn="1"/>
        </p:nvGrpSpPr>
        <p:grpSpPr>
          <a:xfrm flipH="1">
            <a:off x="1750291" y="2112818"/>
            <a:ext cx="8691419" cy="2632365"/>
            <a:chOff x="1693784" y="1756860"/>
            <a:chExt cx="5632609" cy="1955959"/>
          </a:xfrm>
        </p:grpSpPr>
        <p:grpSp>
          <p:nvGrpSpPr>
            <p:cNvPr id="23" name="组合 22"/>
            <p:cNvGrpSpPr/>
            <p:nvPr/>
          </p:nvGrpSpPr>
          <p:grpSpPr>
            <a:xfrm>
              <a:off x="1817609" y="1756860"/>
              <a:ext cx="5508784" cy="1848803"/>
              <a:chOff x="3911" y="3444"/>
              <a:chExt cx="11567" cy="3882"/>
            </a:xfrm>
          </p:grpSpPr>
          <p:cxnSp>
            <p:nvCxnSpPr>
              <p:cNvPr id="27" name="直接连接符 26"/>
              <p:cNvCxnSpPr/>
              <p:nvPr/>
            </p:nvCxnSpPr>
            <p:spPr>
              <a:xfrm flipH="1">
                <a:off x="3911" y="3444"/>
                <a:ext cx="8045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3917" y="3468"/>
                <a:ext cx="0" cy="3858"/>
              </a:xfrm>
              <a:prstGeom prst="line">
                <a:avLst/>
              </a:prstGeom>
              <a:ln cmpd="sng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917" y="7320"/>
                <a:ext cx="11559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15478" y="4843"/>
                <a:ext cx="0" cy="2483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>
                <a:off x="14960" y="4850"/>
                <a:ext cx="516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693784" y="1875446"/>
              <a:ext cx="5508069" cy="1837373"/>
              <a:chOff x="1693784" y="1875446"/>
              <a:chExt cx="5508069" cy="1837373"/>
            </a:xfrm>
          </p:grpSpPr>
          <p:cxnSp>
            <p:nvCxnSpPr>
              <p:cNvPr id="25" name="直接连接符 24"/>
              <p:cNvCxnSpPr/>
              <p:nvPr/>
            </p:nvCxnSpPr>
            <p:spPr>
              <a:xfrm flipH="1">
                <a:off x="1694021" y="1875446"/>
                <a:ext cx="3955019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1693784" y="1875446"/>
                <a:ext cx="0" cy="1837373"/>
              </a:xfrm>
              <a:prstGeom prst="line">
                <a:avLst/>
              </a:prstGeom>
              <a:ln cmpd="sng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1693784" y="3712819"/>
                <a:ext cx="5504974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V="1">
                <a:off x="7198995" y="2296451"/>
                <a:ext cx="0" cy="1416368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7090578" y="2298356"/>
                <a:ext cx="111275" cy="0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任意多边形: 形状 9"/>
          <p:cNvSpPr/>
          <p:nvPr userDrawn="1"/>
        </p:nvSpPr>
        <p:spPr>
          <a:xfrm>
            <a:off x="1" y="4370118"/>
            <a:ext cx="5921129" cy="2487881"/>
          </a:xfrm>
          <a:custGeom>
            <a:avLst/>
            <a:gdLst>
              <a:gd name="connsiteX0" fmla="*/ 0 w 10867"/>
              <a:gd name="connsiteY0" fmla="*/ 549 h 5282"/>
              <a:gd name="connsiteX1" fmla="*/ 1655 w 10867"/>
              <a:gd name="connsiteY1" fmla="*/ 3093 h 5282"/>
              <a:gd name="connsiteX2" fmla="*/ 5382 w 10867"/>
              <a:gd name="connsiteY2" fmla="*/ 3147 h 5282"/>
              <a:gd name="connsiteX3" fmla="*/ 7546 w 10867"/>
              <a:gd name="connsiteY3" fmla="*/ 4838 h 5282"/>
              <a:gd name="connsiteX4" fmla="*/ 9091 w 10867"/>
              <a:gd name="connsiteY4" fmla="*/ 5275 h 5282"/>
              <a:gd name="connsiteX5" fmla="*/ 10867 w 10867"/>
              <a:gd name="connsiteY5" fmla="*/ 5116 h 5282"/>
              <a:gd name="connsiteX6" fmla="*/ 9706 w 10867"/>
              <a:gd name="connsiteY6" fmla="*/ 281 h 5282"/>
              <a:gd name="connsiteX7" fmla="*/ 8070 w 10867"/>
              <a:gd name="connsiteY7" fmla="*/ 0 h 5282"/>
              <a:gd name="connsiteX8" fmla="*/ 0 w 10867"/>
              <a:gd name="connsiteY8" fmla="*/ 549 h 5282"/>
              <a:gd name="connsiteX0-1" fmla="*/ 0 w 9991"/>
              <a:gd name="connsiteY0-2" fmla="*/ 0 h 10000"/>
              <a:gd name="connsiteX1-3" fmla="*/ 2 w 9991"/>
              <a:gd name="connsiteY1-4" fmla="*/ 2 h 10000"/>
              <a:gd name="connsiteX2-5" fmla="*/ 2879 w 9991"/>
              <a:gd name="connsiteY2-6" fmla="*/ 2445 h 10000"/>
              <a:gd name="connsiteX3-7" fmla="*/ 3958 w 9991"/>
              <a:gd name="connsiteY3-8" fmla="*/ 6053 h 10000"/>
              <a:gd name="connsiteX4-9" fmla="*/ 7292 w 9991"/>
              <a:gd name="connsiteY4-10" fmla="*/ 4663 h 10000"/>
              <a:gd name="connsiteX5-11" fmla="*/ 9954 w 9991"/>
              <a:gd name="connsiteY5-12" fmla="*/ 9977 h 10000"/>
              <a:gd name="connsiteX6-13" fmla="*/ 9945 w 9991"/>
              <a:gd name="connsiteY6-14" fmla="*/ 10000 h 10000"/>
              <a:gd name="connsiteX7-15" fmla="*/ 0 w 9991"/>
              <a:gd name="connsiteY7-16" fmla="*/ 10000 h 10000"/>
              <a:gd name="connsiteX8-17" fmla="*/ 0 w 9991"/>
              <a:gd name="connsiteY8-18" fmla="*/ 0 h 10000"/>
              <a:gd name="connsiteX0-19" fmla="*/ 0 w 10000"/>
              <a:gd name="connsiteY0-20" fmla="*/ 0 h 10000"/>
              <a:gd name="connsiteX1-21" fmla="*/ 2 w 10000"/>
              <a:gd name="connsiteY1-22" fmla="*/ 2 h 10000"/>
              <a:gd name="connsiteX2-23" fmla="*/ 3134 w 10000"/>
              <a:gd name="connsiteY2-24" fmla="*/ 1395 h 10000"/>
              <a:gd name="connsiteX3-25" fmla="*/ 3962 w 10000"/>
              <a:gd name="connsiteY3-26" fmla="*/ 6053 h 10000"/>
              <a:gd name="connsiteX4-27" fmla="*/ 7299 w 10000"/>
              <a:gd name="connsiteY4-28" fmla="*/ 4663 h 10000"/>
              <a:gd name="connsiteX5-29" fmla="*/ 9963 w 10000"/>
              <a:gd name="connsiteY5-30" fmla="*/ 9977 h 10000"/>
              <a:gd name="connsiteX6-31" fmla="*/ 9954 w 10000"/>
              <a:gd name="connsiteY6-32" fmla="*/ 10000 h 10000"/>
              <a:gd name="connsiteX7-33" fmla="*/ 0 w 10000"/>
              <a:gd name="connsiteY7-34" fmla="*/ 10000 h 10000"/>
              <a:gd name="connsiteX8-35" fmla="*/ 0 w 10000"/>
              <a:gd name="connsiteY8-36" fmla="*/ 0 h 10000"/>
              <a:gd name="connsiteX0-37" fmla="*/ 0 w 9998"/>
              <a:gd name="connsiteY0-38" fmla="*/ 0 h 10000"/>
              <a:gd name="connsiteX1-39" fmla="*/ 2 w 9998"/>
              <a:gd name="connsiteY1-40" fmla="*/ 2 h 10000"/>
              <a:gd name="connsiteX2-41" fmla="*/ 3134 w 9998"/>
              <a:gd name="connsiteY2-42" fmla="*/ 1395 h 10000"/>
              <a:gd name="connsiteX3-43" fmla="*/ 4719 w 9998"/>
              <a:gd name="connsiteY3-44" fmla="*/ 4716 h 10000"/>
              <a:gd name="connsiteX4-45" fmla="*/ 7299 w 9998"/>
              <a:gd name="connsiteY4-46" fmla="*/ 4663 h 10000"/>
              <a:gd name="connsiteX5-47" fmla="*/ 9963 w 9998"/>
              <a:gd name="connsiteY5-48" fmla="*/ 9977 h 10000"/>
              <a:gd name="connsiteX6-49" fmla="*/ 9954 w 9998"/>
              <a:gd name="connsiteY6-50" fmla="*/ 10000 h 10000"/>
              <a:gd name="connsiteX7-51" fmla="*/ 0 w 9998"/>
              <a:gd name="connsiteY7-52" fmla="*/ 10000 h 10000"/>
              <a:gd name="connsiteX8-53" fmla="*/ 0 w 9998"/>
              <a:gd name="connsiteY8-54" fmla="*/ 0 h 10000"/>
              <a:gd name="connsiteX0-55" fmla="*/ 0 w 10482"/>
              <a:gd name="connsiteY0-56" fmla="*/ 0 h 10000"/>
              <a:gd name="connsiteX1-57" fmla="*/ 2 w 10482"/>
              <a:gd name="connsiteY1-58" fmla="*/ 2 h 10000"/>
              <a:gd name="connsiteX2-59" fmla="*/ 3135 w 10482"/>
              <a:gd name="connsiteY2-60" fmla="*/ 1395 h 10000"/>
              <a:gd name="connsiteX3-61" fmla="*/ 4720 w 10482"/>
              <a:gd name="connsiteY3-62" fmla="*/ 4716 h 10000"/>
              <a:gd name="connsiteX4-63" fmla="*/ 7300 w 10482"/>
              <a:gd name="connsiteY4-64" fmla="*/ 4663 h 10000"/>
              <a:gd name="connsiteX5-65" fmla="*/ 9965 w 10482"/>
              <a:gd name="connsiteY5-66" fmla="*/ 9977 h 10000"/>
              <a:gd name="connsiteX6-67" fmla="*/ 10482 w 10482"/>
              <a:gd name="connsiteY6-68" fmla="*/ 10000 h 10000"/>
              <a:gd name="connsiteX7-69" fmla="*/ 0 w 10482"/>
              <a:gd name="connsiteY7-70" fmla="*/ 10000 h 10000"/>
              <a:gd name="connsiteX8-71" fmla="*/ 0 w 10482"/>
              <a:gd name="connsiteY8-72" fmla="*/ 0 h 10000"/>
              <a:gd name="connsiteX0-73" fmla="*/ 0 w 11439"/>
              <a:gd name="connsiteY0-74" fmla="*/ 0 h 10000"/>
              <a:gd name="connsiteX1-75" fmla="*/ 2 w 11439"/>
              <a:gd name="connsiteY1-76" fmla="*/ 2 h 10000"/>
              <a:gd name="connsiteX2-77" fmla="*/ 3135 w 11439"/>
              <a:gd name="connsiteY2-78" fmla="*/ 1395 h 10000"/>
              <a:gd name="connsiteX3-79" fmla="*/ 4720 w 11439"/>
              <a:gd name="connsiteY3-80" fmla="*/ 4716 h 10000"/>
              <a:gd name="connsiteX4-81" fmla="*/ 7300 w 11439"/>
              <a:gd name="connsiteY4-82" fmla="*/ 4663 h 10000"/>
              <a:gd name="connsiteX5-83" fmla="*/ 11416 w 11439"/>
              <a:gd name="connsiteY5-84" fmla="*/ 9213 h 10000"/>
              <a:gd name="connsiteX6-85" fmla="*/ 10482 w 11439"/>
              <a:gd name="connsiteY6-86" fmla="*/ 10000 h 10000"/>
              <a:gd name="connsiteX7-87" fmla="*/ 0 w 11439"/>
              <a:gd name="connsiteY7-88" fmla="*/ 10000 h 10000"/>
              <a:gd name="connsiteX8-89" fmla="*/ 0 w 11439"/>
              <a:gd name="connsiteY8-90" fmla="*/ 0 h 10000"/>
              <a:gd name="connsiteX0-91" fmla="*/ 0 w 10739"/>
              <a:gd name="connsiteY0-92" fmla="*/ 0 h 10000"/>
              <a:gd name="connsiteX1-93" fmla="*/ 2 w 10739"/>
              <a:gd name="connsiteY1-94" fmla="*/ 2 h 10000"/>
              <a:gd name="connsiteX2-95" fmla="*/ 3135 w 10739"/>
              <a:gd name="connsiteY2-96" fmla="*/ 1395 h 10000"/>
              <a:gd name="connsiteX3-97" fmla="*/ 4720 w 10739"/>
              <a:gd name="connsiteY3-98" fmla="*/ 4716 h 10000"/>
              <a:gd name="connsiteX4-99" fmla="*/ 7300 w 10739"/>
              <a:gd name="connsiteY4-100" fmla="*/ 4663 h 10000"/>
              <a:gd name="connsiteX5-101" fmla="*/ 10482 w 10739"/>
              <a:gd name="connsiteY5-102" fmla="*/ 10000 h 10000"/>
              <a:gd name="connsiteX6-103" fmla="*/ 0 w 10739"/>
              <a:gd name="connsiteY6-104" fmla="*/ 10000 h 10000"/>
              <a:gd name="connsiteX7-105" fmla="*/ 0 w 10739"/>
              <a:gd name="connsiteY7-106" fmla="*/ 0 h 10000"/>
              <a:gd name="connsiteX0-107" fmla="*/ 0 w 10482"/>
              <a:gd name="connsiteY0-108" fmla="*/ 0 h 10000"/>
              <a:gd name="connsiteX1-109" fmla="*/ 2 w 10482"/>
              <a:gd name="connsiteY1-110" fmla="*/ 2 h 10000"/>
              <a:gd name="connsiteX2-111" fmla="*/ 3135 w 10482"/>
              <a:gd name="connsiteY2-112" fmla="*/ 1395 h 10000"/>
              <a:gd name="connsiteX3-113" fmla="*/ 4720 w 10482"/>
              <a:gd name="connsiteY3-114" fmla="*/ 4716 h 10000"/>
              <a:gd name="connsiteX4-115" fmla="*/ 7300 w 10482"/>
              <a:gd name="connsiteY4-116" fmla="*/ 4663 h 10000"/>
              <a:gd name="connsiteX5-117" fmla="*/ 10482 w 10482"/>
              <a:gd name="connsiteY5-118" fmla="*/ 10000 h 10000"/>
              <a:gd name="connsiteX6-119" fmla="*/ 0 w 10482"/>
              <a:gd name="connsiteY6-120" fmla="*/ 10000 h 10000"/>
              <a:gd name="connsiteX7-121" fmla="*/ 0 w 10482"/>
              <a:gd name="connsiteY7-122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482" h="10000">
                <a:moveTo>
                  <a:pt x="0" y="0"/>
                </a:moveTo>
                <a:lnTo>
                  <a:pt x="2" y="2"/>
                </a:lnTo>
                <a:cubicBezTo>
                  <a:pt x="610" y="438"/>
                  <a:pt x="2348" y="609"/>
                  <a:pt x="3135" y="1395"/>
                </a:cubicBezTo>
                <a:cubicBezTo>
                  <a:pt x="3921" y="2181"/>
                  <a:pt x="4026" y="4171"/>
                  <a:pt x="4720" y="4716"/>
                </a:cubicBezTo>
                <a:cubicBezTo>
                  <a:pt x="5414" y="5261"/>
                  <a:pt x="6340" y="3782"/>
                  <a:pt x="7300" y="4663"/>
                </a:cubicBezTo>
                <a:cubicBezTo>
                  <a:pt x="8260" y="5544"/>
                  <a:pt x="10438" y="8156"/>
                  <a:pt x="10482" y="10000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8960000" sx="101000" sy="101000" algn="b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/>
        </p:nvSpPr>
        <p:spPr>
          <a:xfrm flipH="1">
            <a:off x="5971540" y="5332095"/>
            <a:ext cx="6220460" cy="15259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5" h="4898">
                <a:moveTo>
                  <a:pt x="0" y="271"/>
                </a:moveTo>
                <a:lnTo>
                  <a:pt x="7" y="290"/>
                </a:lnTo>
                <a:cubicBezTo>
                  <a:pt x="215" y="903"/>
                  <a:pt x="465" y="2276"/>
                  <a:pt x="1054" y="2797"/>
                </a:cubicBezTo>
                <a:cubicBezTo>
                  <a:pt x="1683" y="3353"/>
                  <a:pt x="2523" y="2542"/>
                  <a:pt x="3108" y="2960"/>
                </a:cubicBezTo>
                <a:cubicBezTo>
                  <a:pt x="3693" y="3378"/>
                  <a:pt x="3795" y="4346"/>
                  <a:pt x="3981" y="4888"/>
                </a:cubicBezTo>
                <a:lnTo>
                  <a:pt x="3985" y="4898"/>
                </a:lnTo>
                <a:lnTo>
                  <a:pt x="0" y="4898"/>
                </a:lnTo>
                <a:lnTo>
                  <a:pt x="0" y="271"/>
                </a:lnTo>
                <a:close/>
                <a:moveTo>
                  <a:pt x="0" y="0"/>
                </a:moveTo>
                <a:lnTo>
                  <a:pt x="0" y="2"/>
                </a:lnTo>
                <a:cubicBezTo>
                  <a:pt x="5" y="21"/>
                  <a:pt x="6" y="42"/>
                  <a:pt x="1" y="60"/>
                </a:cubicBezTo>
                <a:lnTo>
                  <a:pt x="0" y="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9860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任意多边形: 形状 1"/>
          <p:cNvSpPr/>
          <p:nvPr userDrawn="1"/>
        </p:nvSpPr>
        <p:spPr>
          <a:xfrm flipH="1">
            <a:off x="0" y="-1"/>
            <a:ext cx="4504690" cy="1532965"/>
          </a:xfrm>
          <a:custGeom>
            <a:avLst/>
            <a:gdLst>
              <a:gd name="connisteX0" fmla="*/ 97583 w 3887647"/>
              <a:gd name="connsiteY0" fmla="*/ 800959 h 2935059"/>
              <a:gd name="connisteX1" fmla="*/ 1344088 w 3887647"/>
              <a:gd name="connsiteY1" fmla="*/ 2196689 h 2935059"/>
              <a:gd name="connisteX2" fmla="*/ 2729658 w 3887647"/>
              <a:gd name="connsiteY2" fmla="*/ 2208119 h 2935059"/>
              <a:gd name="connisteX3" fmla="*/ 3433873 w 3887647"/>
              <a:gd name="connsiteY3" fmla="*/ 2843119 h 2935059"/>
              <a:gd name="connisteX4" fmla="*/ 3814873 w 3887647"/>
              <a:gd name="connsiteY4" fmla="*/ 339314 h 2935059"/>
              <a:gd name="connisteX5" fmla="*/ 2245153 w 3887647"/>
              <a:gd name="connsiteY5" fmla="*/ 85314 h 2935059"/>
              <a:gd name="connisteX6" fmla="*/ 409368 w 3887647"/>
              <a:gd name="connsiteY6" fmla="*/ 408529 h 2935059"/>
              <a:gd name="connisteX7" fmla="*/ 97583 w 3887647"/>
              <a:gd name="connsiteY7" fmla="*/ 800959 h 293505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5146" h="3346">
                <a:moveTo>
                  <a:pt x="0" y="0"/>
                </a:moveTo>
                <a:lnTo>
                  <a:pt x="5146" y="0"/>
                </a:lnTo>
                <a:lnTo>
                  <a:pt x="5146" y="3325"/>
                </a:lnTo>
                <a:lnTo>
                  <a:pt x="5141" y="3328"/>
                </a:lnTo>
                <a:cubicBezTo>
                  <a:pt x="4874" y="3501"/>
                  <a:pt x="4723" y="2383"/>
                  <a:pt x="4137" y="2201"/>
                </a:cubicBezTo>
                <a:cubicBezTo>
                  <a:pt x="3479" y="1997"/>
                  <a:pt x="2784" y="2626"/>
                  <a:pt x="1955" y="2183"/>
                </a:cubicBezTo>
                <a:cubicBezTo>
                  <a:pt x="1139" y="1747"/>
                  <a:pt x="312" y="585"/>
                  <a:pt x="6" y="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7800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306705" y="281305"/>
            <a:ext cx="11578590" cy="629539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508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任意多边形: 形状 2"/>
          <p:cNvSpPr/>
          <p:nvPr userDrawn="1"/>
        </p:nvSpPr>
        <p:spPr>
          <a:xfrm>
            <a:off x="0" y="5704205"/>
            <a:ext cx="1753870" cy="11537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5" h="4898">
                <a:moveTo>
                  <a:pt x="0" y="271"/>
                </a:moveTo>
                <a:lnTo>
                  <a:pt x="7" y="290"/>
                </a:lnTo>
                <a:cubicBezTo>
                  <a:pt x="215" y="903"/>
                  <a:pt x="465" y="2276"/>
                  <a:pt x="1054" y="2797"/>
                </a:cubicBezTo>
                <a:cubicBezTo>
                  <a:pt x="1683" y="3353"/>
                  <a:pt x="2523" y="2542"/>
                  <a:pt x="3108" y="2960"/>
                </a:cubicBezTo>
                <a:cubicBezTo>
                  <a:pt x="3693" y="3378"/>
                  <a:pt x="3795" y="4346"/>
                  <a:pt x="3981" y="4888"/>
                </a:cubicBezTo>
                <a:lnTo>
                  <a:pt x="3985" y="4898"/>
                </a:lnTo>
                <a:lnTo>
                  <a:pt x="0" y="4898"/>
                </a:lnTo>
                <a:lnTo>
                  <a:pt x="0" y="271"/>
                </a:lnTo>
                <a:close/>
                <a:moveTo>
                  <a:pt x="0" y="0"/>
                </a:moveTo>
                <a:lnTo>
                  <a:pt x="0" y="2"/>
                </a:lnTo>
                <a:cubicBezTo>
                  <a:pt x="5" y="21"/>
                  <a:pt x="6" y="42"/>
                  <a:pt x="1" y="60"/>
                </a:cubicBezTo>
                <a:lnTo>
                  <a:pt x="0" y="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9860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9904095" y="0"/>
            <a:ext cx="2284095" cy="615950"/>
          </a:xfrm>
          <a:custGeom>
            <a:avLst/>
            <a:gdLst>
              <a:gd name="connisteX0" fmla="*/ 97583 w 3887647"/>
              <a:gd name="connsiteY0" fmla="*/ 800959 h 2935059"/>
              <a:gd name="connisteX1" fmla="*/ 1344088 w 3887647"/>
              <a:gd name="connsiteY1" fmla="*/ 2196689 h 2935059"/>
              <a:gd name="connisteX2" fmla="*/ 2729658 w 3887647"/>
              <a:gd name="connsiteY2" fmla="*/ 2208119 h 2935059"/>
              <a:gd name="connisteX3" fmla="*/ 3433873 w 3887647"/>
              <a:gd name="connsiteY3" fmla="*/ 2843119 h 2935059"/>
              <a:gd name="connisteX4" fmla="*/ 3814873 w 3887647"/>
              <a:gd name="connsiteY4" fmla="*/ 339314 h 2935059"/>
              <a:gd name="connisteX5" fmla="*/ 2245153 w 3887647"/>
              <a:gd name="connsiteY5" fmla="*/ 85314 h 2935059"/>
              <a:gd name="connisteX6" fmla="*/ 409368 w 3887647"/>
              <a:gd name="connsiteY6" fmla="*/ 408529 h 2935059"/>
              <a:gd name="connisteX7" fmla="*/ 97583 w 3887647"/>
              <a:gd name="connsiteY7" fmla="*/ 800959 h 293505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5146" h="3346">
                <a:moveTo>
                  <a:pt x="0" y="0"/>
                </a:moveTo>
                <a:lnTo>
                  <a:pt x="5146" y="0"/>
                </a:lnTo>
                <a:lnTo>
                  <a:pt x="5146" y="3325"/>
                </a:lnTo>
                <a:lnTo>
                  <a:pt x="5141" y="3328"/>
                </a:lnTo>
                <a:cubicBezTo>
                  <a:pt x="4874" y="3501"/>
                  <a:pt x="4723" y="2383"/>
                  <a:pt x="4137" y="2201"/>
                </a:cubicBezTo>
                <a:cubicBezTo>
                  <a:pt x="3479" y="1997"/>
                  <a:pt x="2784" y="2626"/>
                  <a:pt x="1955" y="2183"/>
                </a:cubicBezTo>
                <a:cubicBezTo>
                  <a:pt x="1139" y="1747"/>
                  <a:pt x="312" y="585"/>
                  <a:pt x="6" y="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7800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: 形状 4"/>
          <p:cNvSpPr/>
          <p:nvPr userDrawn="1"/>
        </p:nvSpPr>
        <p:spPr>
          <a:xfrm>
            <a:off x="9605645" y="0"/>
            <a:ext cx="2586355" cy="533400"/>
          </a:xfrm>
          <a:custGeom>
            <a:avLst/>
            <a:gdLst>
              <a:gd name="connisteX0" fmla="*/ 0 w 3590925"/>
              <a:gd name="connsiteY0" fmla="*/ 0 h 2101215"/>
              <a:gd name="connisteX1" fmla="*/ 1604645 w 3590925"/>
              <a:gd name="connsiteY1" fmla="*/ 588645 h 2101215"/>
              <a:gd name="connisteX2" fmla="*/ 2263140 w 3590925"/>
              <a:gd name="connsiteY2" fmla="*/ 1743075 h 2101215"/>
              <a:gd name="connisteX3" fmla="*/ 3013075 w 3590925"/>
              <a:gd name="connsiteY3" fmla="*/ 1766570 h 2101215"/>
              <a:gd name="connisteX4" fmla="*/ 3590925 w 3590925"/>
              <a:gd name="connsiteY4" fmla="*/ 2101215 h 2101215"/>
              <a:gd name="connsiteX0" fmla="*/ 0 w 3590925"/>
              <a:gd name="connsiteY0-1" fmla="*/ 0 h 2101215"/>
              <a:gd name="connsiteX1" fmla="*/ 1657738 w 3590925"/>
              <a:gd name="connsiteY1-2" fmla="*/ 263803 h 2101215"/>
              <a:gd name="connsiteX2" fmla="*/ 2263140 w 3590925"/>
              <a:gd name="connsiteY2-3" fmla="*/ 1743075 h 2101215"/>
              <a:gd name="connsiteX3" fmla="*/ 3013075 w 3590925"/>
              <a:gd name="connsiteY3-4" fmla="*/ 1766570 h 2101215"/>
              <a:gd name="connsiteX4" fmla="*/ 3590925 w 3590925"/>
              <a:gd name="connsiteY4-5" fmla="*/ 2101215 h 2101215"/>
              <a:gd name="connsiteX0-6" fmla="*/ 0 w 2586589"/>
              <a:gd name="connsiteY0-7" fmla="*/ 0 h 2109995"/>
              <a:gd name="connsiteX1-8" fmla="*/ 653402 w 2586589"/>
              <a:gd name="connsiteY1-9" fmla="*/ 272583 h 2109995"/>
              <a:gd name="connsiteX2-10" fmla="*/ 1258804 w 2586589"/>
              <a:gd name="connsiteY2-11" fmla="*/ 1751855 h 2109995"/>
              <a:gd name="connsiteX3-12" fmla="*/ 2008739 w 2586589"/>
              <a:gd name="connsiteY3-13" fmla="*/ 1775350 h 2109995"/>
              <a:gd name="connsiteX4-14" fmla="*/ 2586589 w 2586589"/>
              <a:gd name="connsiteY4-15" fmla="*/ 2109995 h 2109995"/>
            </a:gdLst>
            <a:ahLst/>
            <a:cxnLst>
              <a:cxn ang="0">
                <a:pos x="connsiteX0-6" y="connsiteY0-1"/>
              </a:cxn>
              <a:cxn ang="0">
                <a:pos x="connsiteX1-8" y="connsiteY1-2"/>
              </a:cxn>
              <a:cxn ang="0">
                <a:pos x="connsiteX2-10" y="connsiteY2-3"/>
              </a:cxn>
              <a:cxn ang="0">
                <a:pos x="connsiteX3-12" y="connsiteY3-4"/>
              </a:cxn>
              <a:cxn ang="0">
                <a:pos x="connsiteX4-14" y="connsiteY4-5"/>
              </a:cxn>
            </a:cxnLst>
            <a:rect l="l" t="t" r="r" b="b"/>
            <a:pathLst>
              <a:path w="2586589" h="2109995">
                <a:moveTo>
                  <a:pt x="0" y="0"/>
                </a:moveTo>
                <a:cubicBezTo>
                  <a:pt x="307975" y="94615"/>
                  <a:pt x="443601" y="-19393"/>
                  <a:pt x="653402" y="272583"/>
                </a:cubicBezTo>
                <a:cubicBezTo>
                  <a:pt x="863203" y="564559"/>
                  <a:pt x="1032915" y="1501394"/>
                  <a:pt x="1258804" y="1751855"/>
                </a:cubicBezTo>
                <a:cubicBezTo>
                  <a:pt x="1484694" y="2002316"/>
                  <a:pt x="1743309" y="1703595"/>
                  <a:pt x="2008739" y="1775350"/>
                </a:cubicBezTo>
                <a:cubicBezTo>
                  <a:pt x="2274169" y="1847105"/>
                  <a:pt x="2486259" y="2043320"/>
                  <a:pt x="2586589" y="2109995"/>
                </a:cubicBezTo>
              </a:path>
            </a:pathLst>
          </a:cu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-635" y="5704840"/>
            <a:ext cx="1910715" cy="1146810"/>
          </a:xfrm>
          <a:custGeom>
            <a:avLst/>
            <a:gdLst>
              <a:gd name="connsiteX0" fmla="*/ 0 w 5507"/>
              <a:gd name="connsiteY0" fmla="*/ 0 h 3855"/>
              <a:gd name="connsiteX1" fmla="*/ 1453 w 5507"/>
              <a:gd name="connsiteY1" fmla="*/ 618 h 3855"/>
              <a:gd name="connsiteX2" fmla="*/ 2107 w 5507"/>
              <a:gd name="connsiteY2" fmla="*/ 2236 h 3855"/>
              <a:gd name="connsiteX3" fmla="*/ 4204 w 5507"/>
              <a:gd name="connsiteY3" fmla="*/ 2855 h 3855"/>
              <a:gd name="connsiteX4" fmla="*/ 5507 w 5507"/>
              <a:gd name="connsiteY4" fmla="*/ 3855 h 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7" h="3855">
                <a:moveTo>
                  <a:pt x="0" y="0"/>
                </a:moveTo>
                <a:cubicBezTo>
                  <a:pt x="278" y="91"/>
                  <a:pt x="1032" y="171"/>
                  <a:pt x="1453" y="618"/>
                </a:cubicBezTo>
                <a:cubicBezTo>
                  <a:pt x="1874" y="1065"/>
                  <a:pt x="1729" y="1836"/>
                  <a:pt x="2107" y="2236"/>
                </a:cubicBezTo>
                <a:cubicBezTo>
                  <a:pt x="2485" y="2636"/>
                  <a:pt x="3524" y="2531"/>
                  <a:pt x="4204" y="2855"/>
                </a:cubicBezTo>
                <a:cubicBezTo>
                  <a:pt x="4884" y="3179"/>
                  <a:pt x="5099" y="3615"/>
                  <a:pt x="5507" y="3855"/>
                </a:cubicBezTo>
              </a:path>
            </a:pathLst>
          </a:cu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490" y="533671"/>
            <a:ext cx="2545315" cy="339375"/>
          </a:xfrm>
          <a:prstGeom prst="rect">
            <a:avLst/>
          </a:prstGeom>
        </p:spPr>
      </p:pic>
      <p:sp>
        <p:nvSpPr>
          <p:cNvPr id="10" name="任意多边形: 形状 9"/>
          <p:cNvSpPr/>
          <p:nvPr userDrawn="1"/>
        </p:nvSpPr>
        <p:spPr>
          <a:xfrm>
            <a:off x="306705" y="281305"/>
            <a:ext cx="654262" cy="626745"/>
          </a:xfrm>
          <a:custGeom>
            <a:avLst/>
            <a:gdLst>
              <a:gd name="connsiteX0" fmla="*/ 431832 w 692150"/>
              <a:gd name="connsiteY0" fmla="*/ 0 h 692150"/>
              <a:gd name="connsiteX1" fmla="*/ 692150 w 692150"/>
              <a:gd name="connsiteY1" fmla="*/ 0 h 692150"/>
              <a:gd name="connsiteX2" fmla="*/ 0 w 692150"/>
              <a:gd name="connsiteY2" fmla="*/ 692150 h 692150"/>
              <a:gd name="connsiteX3" fmla="*/ 0 w 692150"/>
              <a:gd name="connsiteY3" fmla="*/ 431832 h 692150"/>
              <a:gd name="connsiteX4" fmla="*/ 431832 w 692150"/>
              <a:gd name="connsiteY4" fmla="*/ 0 h 69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150" h="692150">
                <a:moveTo>
                  <a:pt x="431832" y="0"/>
                </a:moveTo>
                <a:lnTo>
                  <a:pt x="692150" y="0"/>
                </a:lnTo>
                <a:cubicBezTo>
                  <a:pt x="692150" y="382264"/>
                  <a:pt x="382264" y="692150"/>
                  <a:pt x="0" y="692150"/>
                </a:cubicBezTo>
                <a:lnTo>
                  <a:pt x="0" y="431832"/>
                </a:lnTo>
                <a:cubicBezTo>
                  <a:pt x="238494" y="431832"/>
                  <a:pt x="431832" y="238494"/>
                  <a:pt x="431832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863600" y="533400"/>
            <a:ext cx="4645660" cy="3746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microsoft.com/office/2007/relationships/hdphoto" Target="../media/image2.wdp"/><Relationship Id="rId6" Type="http://schemas.openxmlformats.org/officeDocument/2006/relationships/image" Target="../media/image1.png"/><Relationship Id="rId5" Type="http://schemas.openxmlformats.org/officeDocument/2006/relationships/hyperlink" Target="http://office.msn.com.cn/" TargetMode="Externa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hlinkClick r:id="rId5"/>
          </p:cNvPr>
          <p:cNvPicPr>
            <a:picLocks noChangeAspect="1"/>
          </p:cNvPicPr>
          <p:nvPr userDrawn="1"/>
        </p:nvPicPr>
        <p:blipFill>
          <a:blip r:embed="rId6">
            <a:biLevel thresh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490" y="533671"/>
            <a:ext cx="2545315" cy="339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55" indent="-186055" algn="l" defTabSz="742950" rtl="0" eaLnBrk="1" latinLnBrk="0" hangingPunct="1">
        <a:lnSpc>
          <a:spcPct val="90000"/>
        </a:lnSpc>
        <a:spcBef>
          <a:spcPts val="81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900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195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343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490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8638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5785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84122" y="1633220"/>
            <a:ext cx="8679341" cy="2277745"/>
            <a:chOff x="3485" y="5616"/>
            <a:chExt cx="12361" cy="3587"/>
          </a:xfrm>
        </p:grpSpPr>
        <p:sp>
          <p:nvSpPr>
            <p:cNvPr id="3" name="文本框 2"/>
            <p:cNvSpPr txBox="1"/>
            <p:nvPr/>
          </p:nvSpPr>
          <p:spPr>
            <a:xfrm>
              <a:off x="3690" y="5616"/>
              <a:ext cx="12156" cy="35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zh-CN" altLang="en-US" sz="8800" b="1" dirty="0">
                  <a:ln w="12700">
                    <a:solidFill>
                      <a:schemeClr val="tx1"/>
                    </a:solidFill>
                  </a:ln>
                  <a:noFill/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麦当劳点餐系统</a:t>
              </a:r>
              <a:r>
                <a:rPr lang="zh-CN" altLang="en-US" sz="6000" b="1" dirty="0">
                  <a:ln w="12700">
                    <a:solidFill>
                      <a:schemeClr val="tx1"/>
                    </a:solidFill>
                  </a:ln>
                  <a:noFill/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图形化概要设计</a:t>
              </a:r>
              <a:endParaRPr lang="zh-CN" altLang="en-US" sz="6000" b="1" dirty="0">
                <a:ln w="12700">
                  <a:solidFill>
                    <a:schemeClr val="tx1"/>
                  </a:solidFill>
                </a:ln>
                <a:noFill/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3613" y="5616"/>
              <a:ext cx="12156" cy="35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zh-CN" altLang="en-US" sz="8800" b="1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麦当劳点餐系统</a:t>
              </a:r>
              <a:r>
                <a:rPr lang="zh-CN" altLang="en-US" sz="6000" b="1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图形化概要设计</a:t>
              </a:r>
              <a:endParaRPr lang="zh-CN" altLang="zh-CN" sz="60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85" y="5616"/>
              <a:ext cx="12229" cy="5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endParaRPr lang="en-US" altLang="zh-CN" sz="1600" b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83224" y="2250899"/>
            <a:ext cx="2235200" cy="13538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8800" dirty="0">
                <a:solidFill>
                  <a:schemeClr val="bg1"/>
                </a:solidFill>
                <a:effectLst>
                  <a:outerShdw blurRad="50800" dist="38100" dir="8100000" algn="tl" rotWithShape="0">
                    <a:schemeClr val="accent1">
                      <a:lumMod val="50000"/>
                      <a:alpha val="25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</a:rPr>
              <a:t>目录</a:t>
            </a:r>
            <a:endParaRPr lang="zh-CN" altLang="en-US" sz="8800" dirty="0">
              <a:solidFill>
                <a:schemeClr val="bg1"/>
              </a:solidFill>
              <a:effectLst>
                <a:outerShdw blurRad="50800" dist="38100" dir="8100000" algn="tl" rotWithShape="0">
                  <a:schemeClr val="accent1">
                    <a:lumMod val="50000"/>
                    <a:alpha val="25000"/>
                  </a:schemeClr>
                </a:outerShdw>
              </a:effectLst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435503" y="1290271"/>
            <a:ext cx="4148537" cy="618607"/>
            <a:chOff x="6435503" y="1290271"/>
            <a:chExt cx="4148537" cy="618607"/>
          </a:xfrm>
        </p:grpSpPr>
        <p:sp>
          <p:nvSpPr>
            <p:cNvPr id="39" name="矩形 38"/>
            <p:cNvSpPr/>
            <p:nvPr/>
          </p:nvSpPr>
          <p:spPr>
            <a:xfrm>
              <a:off x="7251918" y="1368741"/>
              <a:ext cx="326243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400" dirty="0">
                  <a:solidFill>
                    <a:schemeClr val="dk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输入输出概述及伪代码</a:t>
              </a:r>
              <a:endParaRPr lang="zh-CN" altLang="en-US" sz="24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6435503" y="1290271"/>
              <a:ext cx="4148537" cy="618607"/>
              <a:chOff x="6721253" y="1136687"/>
              <a:chExt cx="4148537" cy="618607"/>
            </a:xfrm>
          </p:grpSpPr>
          <p:sp>
            <p:nvSpPr>
              <p:cNvPr id="5" name="矩形 4"/>
              <p:cNvSpPr/>
              <p:nvPr userDrawn="1"/>
            </p:nvSpPr>
            <p:spPr>
              <a:xfrm>
                <a:off x="6943147" y="1187721"/>
                <a:ext cx="3926643" cy="516539"/>
              </a:xfrm>
              <a:prstGeom prst="rect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4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>
                <a:outerShdw blurRad="50800" dist="38100" dir="10860000" algn="br" rotWithShape="0">
                  <a:schemeClr val="bg1">
                    <a:lumMod val="50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" name="矩形 5"/>
              <p:cNvSpPr/>
              <p:nvPr userDrawn="1"/>
            </p:nvSpPr>
            <p:spPr>
              <a:xfrm rot="18900000">
                <a:off x="6721253" y="1136687"/>
                <a:ext cx="618607" cy="61860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6975947" y="1292102"/>
                <a:ext cx="10921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1</a:t>
                </a:r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95" name="组合 94"/>
          <p:cNvGrpSpPr/>
          <p:nvPr/>
        </p:nvGrpSpPr>
        <p:grpSpPr>
          <a:xfrm>
            <a:off x="6435503" y="2507206"/>
            <a:ext cx="4148537" cy="618607"/>
            <a:chOff x="6435503" y="2428275"/>
            <a:chExt cx="4148537" cy="618607"/>
          </a:xfrm>
        </p:grpSpPr>
        <p:sp>
          <p:nvSpPr>
            <p:cNvPr id="35" name="矩形 34"/>
            <p:cNvSpPr/>
            <p:nvPr/>
          </p:nvSpPr>
          <p:spPr>
            <a:xfrm>
              <a:off x="7389146" y="2507391"/>
              <a:ext cx="2646878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sz="2400" dirty="0">
                  <a:solidFill>
                    <a:schemeClr val="dk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图形化界面概念图</a:t>
              </a:r>
              <a:endParaRPr lang="zh-CN" altLang="en-US" sz="24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6435503" y="2428275"/>
              <a:ext cx="4148537" cy="618607"/>
              <a:chOff x="6721253" y="1136687"/>
              <a:chExt cx="4148537" cy="618607"/>
            </a:xfrm>
          </p:grpSpPr>
          <p:sp>
            <p:nvSpPr>
              <p:cNvPr id="84" name="矩形 83"/>
              <p:cNvSpPr/>
              <p:nvPr userDrawn="1"/>
            </p:nvSpPr>
            <p:spPr>
              <a:xfrm>
                <a:off x="6943147" y="1187721"/>
                <a:ext cx="3926643" cy="516539"/>
              </a:xfrm>
              <a:prstGeom prst="rect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4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>
                <a:outerShdw blurRad="50800" dist="38100" dir="10860000" algn="br" rotWithShape="0">
                  <a:schemeClr val="bg1">
                    <a:lumMod val="50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" name="矩形 84"/>
              <p:cNvSpPr/>
              <p:nvPr userDrawn="1"/>
            </p:nvSpPr>
            <p:spPr>
              <a:xfrm rot="18900000">
                <a:off x="6721253" y="1136687"/>
                <a:ext cx="618607" cy="61860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6975947" y="1292102"/>
                <a:ext cx="10921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6435503" y="3724141"/>
            <a:ext cx="4565529" cy="618607"/>
            <a:chOff x="6435503" y="3639940"/>
            <a:chExt cx="4565529" cy="618607"/>
          </a:xfrm>
        </p:grpSpPr>
        <p:sp>
          <p:nvSpPr>
            <p:cNvPr id="26" name="文本框 25"/>
            <p:cNvSpPr txBox="1"/>
            <p:nvPr/>
          </p:nvSpPr>
          <p:spPr>
            <a:xfrm>
              <a:off x="7389146" y="3718411"/>
              <a:ext cx="3611886" cy="46166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dk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借助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Qt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图形库的开发思路</a:t>
              </a:r>
              <a:endParaRPr lang="zh-CN" altLang="en-US" sz="24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6435503" y="3639940"/>
              <a:ext cx="4148537" cy="618607"/>
              <a:chOff x="6721253" y="1136687"/>
              <a:chExt cx="4148537" cy="618607"/>
            </a:xfrm>
          </p:grpSpPr>
          <p:sp>
            <p:nvSpPr>
              <p:cNvPr id="88" name="矩形 87"/>
              <p:cNvSpPr/>
              <p:nvPr userDrawn="1"/>
            </p:nvSpPr>
            <p:spPr>
              <a:xfrm>
                <a:off x="6943147" y="1187721"/>
                <a:ext cx="3926643" cy="516539"/>
              </a:xfrm>
              <a:prstGeom prst="rect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4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>
                <a:outerShdw blurRad="50800" dist="38100" dir="10860000" algn="br" rotWithShape="0">
                  <a:schemeClr val="bg1">
                    <a:lumMod val="50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9" name="矩形 88"/>
              <p:cNvSpPr/>
              <p:nvPr userDrawn="1"/>
            </p:nvSpPr>
            <p:spPr>
              <a:xfrm rot="18900000">
                <a:off x="6721253" y="1136687"/>
                <a:ext cx="618607" cy="61860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6975947" y="1292102"/>
                <a:ext cx="10921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3</a:t>
                </a:r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501995" y="2729290"/>
            <a:ext cx="7540526" cy="1399242"/>
            <a:chOff x="3034144" y="2857798"/>
            <a:chExt cx="7540526" cy="1399242"/>
          </a:xfrm>
        </p:grpSpPr>
        <p:sp>
          <p:nvSpPr>
            <p:cNvPr id="14" name="文本框 13"/>
            <p:cNvSpPr txBox="1"/>
            <p:nvPr/>
          </p:nvSpPr>
          <p:spPr>
            <a:xfrm>
              <a:off x="3034144" y="2857798"/>
              <a:ext cx="7540526" cy="10156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输入输出</a:t>
              </a:r>
              <a:r>
                <a:rPr lang="zh-CN" altLang="en-US" sz="66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概述</a:t>
              </a:r>
              <a:r>
                <a:rPr lang="zh-CN" altLang="en-US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及</a:t>
              </a:r>
              <a:r>
                <a:rPr lang="zh-CN" altLang="en-US" sz="66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伪代码</a:t>
              </a:r>
              <a:endParaRPr lang="zh-CN" altLang="en-US" sz="6600" dirty="0">
                <a:solidFill>
                  <a:schemeClr val="accent1"/>
                </a:solidFill>
                <a:effectLst>
                  <a:outerShdw blurRad="50800" dist="38100" dir="2700000" algn="tl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27463" y="4041775"/>
              <a:ext cx="5240085" cy="215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en-US" altLang="zh-CN" sz="1400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Overview of Input and Output and Pseudocode</a:t>
              </a:r>
              <a:endParaRPr kumimoji="1" lang="en-US" altLang="zh-CN" sz="1400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7" name="图片 56" hidden="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406" y="2019172"/>
            <a:ext cx="2107126" cy="2090368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0" y="5745192"/>
            <a:ext cx="4690753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 err="1">
                <a:ln w="635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微软雅黑 Light" panose="020B0502040204020203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6600" dirty="0" err="1">
                <a:ln w="635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微软雅黑 Light" panose="020B0502040204020203" pitchFamily="34" charset="-122"/>
                <a:ea typeface="微软雅黑" panose="020B0503020204020204" pitchFamily="34" charset="-122"/>
              </a:rPr>
              <a:t>fficePLUS</a:t>
            </a:r>
            <a:endParaRPr lang="en-US" sz="6600" dirty="0">
              <a:ln w="6350">
                <a:solidFill>
                  <a:schemeClr val="accent1">
                    <a:lumMod val="40000"/>
                    <a:lumOff val="60000"/>
                  </a:schemeClr>
                </a:solidFill>
              </a:ln>
              <a:noFill/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23440" y="1273175"/>
            <a:ext cx="2377440" cy="3061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19900" dirty="0">
                <a:ln>
                  <a:solidFill>
                    <a:schemeClr val="accent1"/>
                  </a:solidFill>
                </a:ln>
                <a:noFill/>
                <a:effectLst>
                  <a:outerShdw blurRad="50800" dist="38100" dir="2700000" sx="101000" sy="101000" algn="tl" rotWithShape="0">
                    <a:schemeClr val="accent1">
                      <a:lumMod val="50000"/>
                      <a:alpha val="1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</a:rPr>
              <a:t>01</a:t>
            </a:r>
            <a:endParaRPr lang="en-US" altLang="zh-CN" sz="19900" dirty="0">
              <a:ln>
                <a:solidFill>
                  <a:schemeClr val="accent1"/>
                </a:solidFill>
              </a:ln>
              <a:noFill/>
              <a:effectLst>
                <a:outerShdw blurRad="50800" dist="38100" dir="2700000" sx="101000" sy="101000" algn="tl" rotWithShape="0">
                  <a:schemeClr val="accent1">
                    <a:lumMod val="50000"/>
                    <a:alpha val="10000"/>
                  </a:schemeClr>
                </a:outerShdw>
              </a:effectLst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290513" y="258618"/>
            <a:ext cx="692150" cy="692150"/>
          </a:xfrm>
          <a:custGeom>
            <a:avLst/>
            <a:gdLst>
              <a:gd name="connsiteX0" fmla="*/ 431832 w 692150"/>
              <a:gd name="connsiteY0" fmla="*/ 0 h 692150"/>
              <a:gd name="connsiteX1" fmla="*/ 692150 w 692150"/>
              <a:gd name="connsiteY1" fmla="*/ 0 h 692150"/>
              <a:gd name="connsiteX2" fmla="*/ 0 w 692150"/>
              <a:gd name="connsiteY2" fmla="*/ 692150 h 692150"/>
              <a:gd name="connsiteX3" fmla="*/ 0 w 692150"/>
              <a:gd name="connsiteY3" fmla="*/ 431832 h 692150"/>
              <a:gd name="connsiteX4" fmla="*/ 431832 w 692150"/>
              <a:gd name="connsiteY4" fmla="*/ 0 h 69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150" h="692150">
                <a:moveTo>
                  <a:pt x="431832" y="0"/>
                </a:moveTo>
                <a:lnTo>
                  <a:pt x="692150" y="0"/>
                </a:lnTo>
                <a:cubicBezTo>
                  <a:pt x="692150" y="382264"/>
                  <a:pt x="382264" y="692150"/>
                  <a:pt x="0" y="692150"/>
                </a:cubicBezTo>
                <a:lnTo>
                  <a:pt x="0" y="431832"/>
                </a:lnTo>
                <a:cubicBezTo>
                  <a:pt x="238494" y="431832"/>
                  <a:pt x="431832" y="238494"/>
                  <a:pt x="431832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63600" y="533400"/>
            <a:ext cx="4645660" cy="480131"/>
          </a:xfrm>
        </p:spPr>
        <p:txBody>
          <a:bodyPr>
            <a:spAutoFit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" panose="020B0503020204020204" pitchFamily="34" charset="-122"/>
              </a:rPr>
              <a:t>1.Dict.dic</a:t>
            </a:r>
            <a:r>
              <a:rPr lang="zh-CN" altLang="en-US" dirty="0">
                <a:latin typeface="微软雅黑 Light" panose="020B0502040204020203" pitchFamily="34" charset="-122"/>
                <a:ea typeface="微软雅黑" panose="020B0503020204020204" pitchFamily="34" charset="-122"/>
              </a:rPr>
              <a:t>菜单文件输入读取</a:t>
            </a:r>
            <a:endParaRPr lang="zh-CN" altLang="en-US" dirty="0"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82663" y="1288313"/>
                <a:ext cx="8400681" cy="4777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第一行给出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表示食物的种类数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表示套餐的种类数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第二行包含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个字符串，每个字符串</a:t>
                </a:r>
                <a:r>
                  <a:rPr lang="zh-CN" altLang="zh-CN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𝑛𝑎𝑚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𝑓𝑜𝑜𝑑</m:t>
                        </m:r>
                      </m:sup>
                    </m:sSubSup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种食物的名称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不超过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50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个字符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第三行包含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70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种食物的制作时长。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第四行包含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个整数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𝑐𝑎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𝑐𝑎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,...,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𝑐𝑎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𝑐𝑎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54001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𝑐𝑎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种食物的最大存储容量。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第五行包含两个整数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</a:rPr>
                  <a:t> 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接下来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行，其中的第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行包含多个字符串，第一个字符串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𝑛𝑎𝑚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𝑐𝑜𝑚𝑏𝑜</m:t>
                        </m:r>
                      </m:sup>
                    </m:sSubSup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个套餐的名称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不超过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50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个字符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，后续的第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个字符串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𝑛𝑎𝑚</m:t>
                    </m:r>
                    <m:sSubSup>
                      <m:sSub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𝑓𝑜𝑜𝑑</m:t>
                        </m:r>
                      </m:sup>
                    </m:sSubSup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个套餐中包含的第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种食物的名称。一个套餐包含的食物种类不超过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，每种食物只有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个。</a:t>
                </a:r>
                <a:endParaRPr lang="zh-CN" altLang="zh-CN" sz="1800" dirty="0">
                  <a:effectLst/>
                  <a:latin typeface="Cambria" panose="02040503050406030204" pitchFamily="18" charset="0"/>
                </a:endParaRPr>
              </a:p>
              <a:p>
                <a:pPr algn="l"/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63" y="1288313"/>
                <a:ext cx="8400681" cy="4777398"/>
              </a:xfrm>
              <a:prstGeom prst="rect">
                <a:avLst/>
              </a:prstGeom>
              <a:blipFill rotWithShape="1">
                <a:blip r:embed="rId1"/>
                <a:stretch>
                  <a:fillRect l="-4" t="-11" r="7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600" y="533400"/>
            <a:ext cx="4645660" cy="480131"/>
          </a:xfrm>
        </p:spPr>
        <p:txBody>
          <a:bodyPr>
            <a:spAutoFit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dirty="0"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rPr>
              <a:t>文件输出</a:t>
            </a:r>
            <a:endParaRPr lang="zh-CN" altLang="en-US" dirty="0">
              <a:latin typeface="微软雅黑 Light" panose="020B0502040204020203" pitchFamily="34" charset="-122"/>
              <a:ea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63600" y="1168072"/>
                <a:ext cx="7466289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输出包括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行，按照订单顺序输出订单完成时间。对于第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行，如果第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个订单不成功，则输出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Fail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；否则，输出这个订单完成的时间，时间格式与输入格式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11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一致。</a:t>
                </a:r>
                <a:r>
                  <a:rPr lang="zh-CN" altLang="zh-CN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sz="1800" dirty="0">
                  <a:effectLst/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/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168072"/>
                <a:ext cx="7466289" cy="1107996"/>
              </a:xfrm>
              <a:prstGeom prst="rect">
                <a:avLst/>
              </a:prstGeom>
              <a:blipFill rotWithShape="1">
                <a:blip r:embed="rId1"/>
                <a:stretch>
                  <a:fillRect t="-28" r="8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63600" y="2940285"/>
            <a:ext cx="99109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rPr>
              <a:t> 输出样例：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48" y="3429000"/>
            <a:ext cx="4988404" cy="2009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600" y="533400"/>
            <a:ext cx="4841076" cy="480131"/>
          </a:xfr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 Light" panose="020B0502040204020203" pitchFamily="34" charset="-122"/>
                <a:ea typeface="微软雅黑" panose="020B0503020204020204" pitchFamily="34" charset="-122"/>
              </a:rPr>
              <a:t>麦当劳订单处理系统伪代码</a:t>
            </a:r>
            <a:endParaRPr lang="zh-CN" altLang="en-US" dirty="0"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4839" y="1013531"/>
            <a:ext cx="3504215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采用结构体数组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+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链表的形式来处理订单，以下为定义的结构体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640" y="1716712"/>
            <a:ext cx="1973334" cy="24929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Food{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表示食物种类，包含名称、数量、最大容量、当前制作时间、制作所需时间等信息。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853261" y="1716712"/>
            <a:ext cx="1851415" cy="1938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Comb{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表示套餐，包含名称、餐品数量和餐品名称等信息</a:t>
            </a: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  <a:p>
            <a:pPr algn="l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990736" y="1716712"/>
            <a:ext cx="2088371" cy="24929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truct Order{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表示订单，包含开始时间、结束时间、未完成餐品数量、订单状态和餐品详情等信息</a:t>
            </a: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3261" y="3981867"/>
            <a:ext cx="1973334" cy="24929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omblink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表示套餐对应的链表节点，包含指向餐品种类的指针和指向下一个节点的指针。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990736" y="3981867"/>
            <a:ext cx="2088371" cy="2215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Order{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表示订单对应链表的节点，包含指向餐品种类的指针、是否已提供餐品和指向下一个节点的指针。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312" y="533400"/>
            <a:ext cx="4706948" cy="480131"/>
          </a:xfrm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接上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3600" y="1084323"/>
            <a:ext cx="3504215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以下为主函数中的的大致内容</a:t>
            </a:r>
            <a:endParaRPr lang="zh-CN" alt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3600" y="1563329"/>
            <a:ext cx="8014929" cy="30469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dirty="0"/>
              <a:t>Int main(){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读取菜单文件，</a:t>
            </a:r>
            <a:r>
              <a:rPr lang="zh-CN" altLang="zh-CN" dirty="0"/>
              <a:t>包括食物种类、制作时间和最大容量等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en-US" altLang="zh-CN" dirty="0"/>
              <a:t>     </a:t>
            </a:r>
            <a:r>
              <a:rPr lang="zh-CN" altLang="en-US" dirty="0"/>
              <a:t>用户点击相应套餐（包括菜品），生成订单数据（系统读取当前时间与相应套餐，在当前时间处理订单，并将订单完成情况写入</a:t>
            </a:r>
            <a:r>
              <a:rPr lang="en-US" altLang="zh-CN" dirty="0"/>
              <a:t>output.txt</a:t>
            </a:r>
            <a:r>
              <a:rPr lang="zh-CN" altLang="en-US" dirty="0"/>
              <a:t>文件）。</a:t>
            </a:r>
            <a:endParaRPr lang="en-US" altLang="zh-CN" dirty="0"/>
          </a:p>
          <a:p>
            <a:pPr algn="l"/>
            <a:endParaRPr lang="en-US" altLang="zh-CN" dirty="0"/>
          </a:p>
          <a:p>
            <a:pPr indent="266700" algn="just"/>
            <a:r>
              <a:rPr lang="zh-CN" altLang="zh-CN" dirty="0"/>
              <a:t>进行每日营业循环，按秒进行操作</a:t>
            </a:r>
            <a:r>
              <a:rPr lang="zh-CN" altLang="en-US" dirty="0"/>
              <a:t>（食物制作、订单处理等）</a:t>
            </a:r>
            <a:r>
              <a:rPr lang="zh-CN" altLang="zh-CN" dirty="0"/>
              <a:t>。</a:t>
            </a:r>
            <a:endParaRPr lang="en-US" altLang="zh-CN" dirty="0"/>
          </a:p>
          <a:p>
            <a:pPr indent="266700" algn="just"/>
            <a:endParaRPr lang="en-US" altLang="zh-CN" dirty="0"/>
          </a:p>
          <a:p>
            <a:pPr indent="266700" algn="just"/>
            <a:r>
              <a:rPr lang="zh-CN" altLang="en-US" dirty="0"/>
              <a:t>输出</a:t>
            </a:r>
            <a:r>
              <a:rPr lang="en-US" altLang="zh-CN" dirty="0"/>
              <a:t>output.txt</a:t>
            </a:r>
            <a:r>
              <a:rPr lang="zh-CN" altLang="en-US" dirty="0"/>
              <a:t>文件，其中包含用户所点套餐的完成情况，及若完成相应的完成时间。</a:t>
            </a:r>
            <a:endParaRPr lang="zh-CN" altLang="zh-CN" dirty="0"/>
          </a:p>
          <a:p>
            <a:pPr algn="l"/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4463795" y="2729290"/>
            <a:ext cx="5616922" cy="1399242"/>
            <a:chOff x="3995944" y="2857798"/>
            <a:chExt cx="5616922" cy="1399242"/>
          </a:xfrm>
        </p:grpSpPr>
        <p:sp>
          <p:nvSpPr>
            <p:cNvPr id="14" name="文本框 13"/>
            <p:cNvSpPr txBox="1"/>
            <p:nvPr/>
          </p:nvSpPr>
          <p:spPr>
            <a:xfrm>
              <a:off x="3995944" y="2857798"/>
              <a:ext cx="5616922" cy="10156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图形化界面</a:t>
              </a:r>
              <a:r>
                <a:rPr lang="zh-CN" altLang="en-US" sz="66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概念图</a:t>
              </a:r>
              <a:endParaRPr lang="zh-CN" altLang="en-US" sz="6600" dirty="0">
                <a:solidFill>
                  <a:schemeClr val="accent1"/>
                </a:solidFill>
                <a:effectLst>
                  <a:outerShdw blurRad="50800" dist="38100" dir="2700000" algn="tl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27463" y="4041775"/>
              <a:ext cx="5240085" cy="215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en-US" altLang="zh-CN" sz="1400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Conceptual diagram of graphical interface</a:t>
              </a:r>
              <a:endParaRPr kumimoji="1" lang="en-US" altLang="zh-CN" sz="1400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56765" y="1699895"/>
            <a:ext cx="2344420" cy="2554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16600">
                <a:ln>
                  <a:solidFill>
                    <a:schemeClr val="accent1"/>
                  </a:solidFill>
                </a:ln>
                <a:noFill/>
                <a:effectLst>
                  <a:outerShdw blurRad="50800" dist="38100" dir="2700000" sx="101000" sy="101000" algn="tl" rotWithShape="0">
                    <a:schemeClr val="accent1">
                      <a:lumMod val="50000"/>
                      <a:alpha val="1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</a:rPr>
              <a:t>02</a:t>
            </a:r>
            <a:endParaRPr lang="en-US" altLang="zh-CN" sz="16600">
              <a:ln>
                <a:solidFill>
                  <a:schemeClr val="accent1"/>
                </a:solidFill>
              </a:ln>
              <a:noFill/>
              <a:effectLst>
                <a:outerShdw blurRad="50800" dist="38100" dir="2700000" sx="101000" sy="101000" algn="tl" rotWithShape="0">
                  <a:schemeClr val="accent1">
                    <a:lumMod val="50000"/>
                    <a:alpha val="10000"/>
                  </a:schemeClr>
                </a:outerShdw>
              </a:effectLst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: 形状 26"/>
          <p:cNvSpPr/>
          <p:nvPr/>
        </p:nvSpPr>
        <p:spPr>
          <a:xfrm>
            <a:off x="556260" y="281305"/>
            <a:ext cx="11079480" cy="6295390"/>
          </a:xfrm>
          <a:custGeom>
            <a:avLst/>
            <a:gdLst>
              <a:gd name="adj" fmla="val 9081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7448" h="9914">
                <a:moveTo>
                  <a:pt x="13862" y="0"/>
                </a:moveTo>
                <a:lnTo>
                  <a:pt x="15904" y="0"/>
                </a:lnTo>
                <a:lnTo>
                  <a:pt x="15958" y="79"/>
                </a:lnTo>
                <a:cubicBezTo>
                  <a:pt x="16899" y="1472"/>
                  <a:pt x="17448" y="3150"/>
                  <a:pt x="17448" y="4957"/>
                </a:cubicBezTo>
                <a:cubicBezTo>
                  <a:pt x="17448" y="6764"/>
                  <a:pt x="16899" y="8442"/>
                  <a:pt x="15958" y="9835"/>
                </a:cubicBezTo>
                <a:lnTo>
                  <a:pt x="15904" y="9914"/>
                </a:lnTo>
                <a:lnTo>
                  <a:pt x="13862" y="9914"/>
                </a:lnTo>
                <a:lnTo>
                  <a:pt x="13892" y="9883"/>
                </a:lnTo>
                <a:cubicBezTo>
                  <a:pt x="15114" y="8602"/>
                  <a:pt x="15864" y="6867"/>
                  <a:pt x="15864" y="4957"/>
                </a:cubicBezTo>
                <a:cubicBezTo>
                  <a:pt x="15864" y="3047"/>
                  <a:pt x="15114" y="1312"/>
                  <a:pt x="13892" y="31"/>
                </a:cubicBezTo>
                <a:lnTo>
                  <a:pt x="13862" y="0"/>
                </a:lnTo>
                <a:close/>
                <a:moveTo>
                  <a:pt x="1544" y="0"/>
                </a:moveTo>
                <a:lnTo>
                  <a:pt x="3586" y="0"/>
                </a:lnTo>
                <a:lnTo>
                  <a:pt x="3556" y="31"/>
                </a:lnTo>
                <a:cubicBezTo>
                  <a:pt x="2334" y="1312"/>
                  <a:pt x="1584" y="3047"/>
                  <a:pt x="1584" y="4957"/>
                </a:cubicBezTo>
                <a:cubicBezTo>
                  <a:pt x="1584" y="6867"/>
                  <a:pt x="2334" y="8602"/>
                  <a:pt x="3556" y="9883"/>
                </a:cubicBezTo>
                <a:lnTo>
                  <a:pt x="3586" y="9914"/>
                </a:lnTo>
                <a:lnTo>
                  <a:pt x="1544" y="9914"/>
                </a:lnTo>
                <a:lnTo>
                  <a:pt x="1490" y="9835"/>
                </a:lnTo>
                <a:cubicBezTo>
                  <a:pt x="549" y="8442"/>
                  <a:pt x="0" y="6764"/>
                  <a:pt x="0" y="4957"/>
                </a:cubicBezTo>
                <a:cubicBezTo>
                  <a:pt x="0" y="3150"/>
                  <a:pt x="549" y="1472"/>
                  <a:pt x="1490" y="79"/>
                </a:cubicBezTo>
                <a:lnTo>
                  <a:pt x="1544" y="0"/>
                </a:lnTo>
                <a:close/>
              </a:path>
            </a:pathLst>
          </a:custGeom>
          <a:gradFill>
            <a:gsLst>
              <a:gs pos="48000">
                <a:schemeClr val="bg1">
                  <a:lumMod val="95000"/>
                </a:schemeClr>
              </a:gs>
              <a:gs pos="1200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任意多边形: 形状 27"/>
          <p:cNvSpPr/>
          <p:nvPr/>
        </p:nvSpPr>
        <p:spPr>
          <a:xfrm>
            <a:off x="1943100" y="264795"/>
            <a:ext cx="8305800" cy="63284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080" h="9966">
                <a:moveTo>
                  <a:pt x="2304" y="0"/>
                </a:moveTo>
                <a:lnTo>
                  <a:pt x="10776" y="0"/>
                </a:lnTo>
                <a:lnTo>
                  <a:pt x="10820" y="38"/>
                </a:lnTo>
                <a:cubicBezTo>
                  <a:pt x="12204" y="1237"/>
                  <a:pt x="13080" y="3008"/>
                  <a:pt x="13080" y="4983"/>
                </a:cubicBezTo>
                <a:cubicBezTo>
                  <a:pt x="13080" y="6958"/>
                  <a:pt x="12204" y="8729"/>
                  <a:pt x="10820" y="9928"/>
                </a:cubicBezTo>
                <a:lnTo>
                  <a:pt x="10776" y="9966"/>
                </a:lnTo>
                <a:lnTo>
                  <a:pt x="2304" y="9966"/>
                </a:lnTo>
                <a:lnTo>
                  <a:pt x="2260" y="9928"/>
                </a:lnTo>
                <a:cubicBezTo>
                  <a:pt x="876" y="8729"/>
                  <a:pt x="0" y="6958"/>
                  <a:pt x="0" y="4983"/>
                </a:cubicBezTo>
                <a:cubicBezTo>
                  <a:pt x="0" y="3008"/>
                  <a:pt x="876" y="1237"/>
                  <a:pt x="2260" y="38"/>
                </a:cubicBezTo>
                <a:lnTo>
                  <a:pt x="2304" y="0"/>
                </a:lnTo>
                <a:close/>
              </a:path>
            </a:pathLst>
          </a:custGeom>
          <a:noFill/>
          <a:ln>
            <a:gradFill flip="none" rotWithShape="1">
              <a:gsLst>
                <a:gs pos="48000">
                  <a:schemeClr val="accent2"/>
                </a:gs>
                <a:gs pos="12000">
                  <a:schemeClr val="accent2"/>
                </a:gs>
                <a:gs pos="89000">
                  <a:schemeClr val="accent2">
                    <a:alpha val="13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63" y="472370"/>
            <a:ext cx="10512460" cy="59132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2" name="墨迹 31"/>
              <p14:cNvContentPartPr/>
              <p14:nvPr/>
            </p14:nvContentPartPr>
            <p14:xfrm>
              <a:off x="10773866" y="6208169"/>
              <a:ext cx="423720" cy="12060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"/>
            </p:blipFill>
            <p:spPr>
              <a:xfrm>
                <a:off x="10773866" y="6208169"/>
                <a:ext cx="423720" cy="120600"/>
              </a:xfrm>
              <a:prstGeom prst="rect"/>
            </p:spPr>
          </p:pic>
        </mc:Fallback>
      </mc:AlternateContent>
      <p:sp>
        <p:nvSpPr>
          <p:cNvPr id="33" name="矩形: 圆角 32"/>
          <p:cNvSpPr/>
          <p:nvPr/>
        </p:nvSpPr>
        <p:spPr>
          <a:xfrm>
            <a:off x="1418134" y="2998248"/>
            <a:ext cx="3690731" cy="121257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1"/>
                </a:solidFill>
                <a:latin typeface="+mj-lt"/>
              </a:rPr>
              <a:t>开始点餐</a:t>
            </a:r>
            <a:endParaRPr lang="zh-CN" altLang="en-US" sz="3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880324" y="5830050"/>
            <a:ext cx="40708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麦当劳模拟点餐系统</a:t>
            </a:r>
            <a:endParaRPr lang="zh-CN" altLang="en-US" sz="2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0" y="387626"/>
            <a:ext cx="11078819" cy="6082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87" y="1401418"/>
            <a:ext cx="1311965" cy="1311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矩形: 圆角 8"/>
          <p:cNvSpPr/>
          <p:nvPr/>
        </p:nvSpPr>
        <p:spPr>
          <a:xfrm>
            <a:off x="8799443" y="457200"/>
            <a:ext cx="2464905" cy="71893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07:23:54</a:t>
            </a:r>
            <a:endParaRPr lang="zh-CN" altLang="en-US" sz="4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340" y="1401417"/>
            <a:ext cx="1311965" cy="1311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93" y="1401417"/>
            <a:ext cx="1311965" cy="1311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87" y="3869635"/>
            <a:ext cx="1311966" cy="13119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340" y="3869635"/>
            <a:ext cx="1311965" cy="13119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93" y="3869636"/>
            <a:ext cx="1311965" cy="1311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矩形: 圆角 19"/>
          <p:cNvSpPr/>
          <p:nvPr/>
        </p:nvSpPr>
        <p:spPr>
          <a:xfrm>
            <a:off x="3511826" y="457200"/>
            <a:ext cx="3657600" cy="71893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1"/>
                </a:solidFill>
                <a:latin typeface="+mj-lt"/>
              </a:rPr>
              <a:t>点餐界面</a:t>
            </a:r>
            <a:endParaRPr lang="zh-CN" altLang="en-US" sz="36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375" y="1401417"/>
            <a:ext cx="2464905" cy="15202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375" y="3588647"/>
            <a:ext cx="2461592" cy="22147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7" name="流程图: 或者 26"/>
          <p:cNvSpPr/>
          <p:nvPr/>
        </p:nvSpPr>
        <p:spPr>
          <a:xfrm>
            <a:off x="1921563" y="2961239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8" name="流程图: 或者 27"/>
          <p:cNvSpPr/>
          <p:nvPr/>
        </p:nvSpPr>
        <p:spPr>
          <a:xfrm>
            <a:off x="4068417" y="2938668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流程图: 或者 28"/>
          <p:cNvSpPr/>
          <p:nvPr/>
        </p:nvSpPr>
        <p:spPr>
          <a:xfrm>
            <a:off x="4068417" y="5413099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0" name="流程图: 或者 29"/>
          <p:cNvSpPr/>
          <p:nvPr/>
        </p:nvSpPr>
        <p:spPr>
          <a:xfrm>
            <a:off x="1921564" y="5406059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流程图: 或者 30"/>
          <p:cNvSpPr/>
          <p:nvPr/>
        </p:nvSpPr>
        <p:spPr>
          <a:xfrm>
            <a:off x="6215270" y="2961653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流程图: 或者 31"/>
          <p:cNvSpPr/>
          <p:nvPr/>
        </p:nvSpPr>
        <p:spPr>
          <a:xfrm>
            <a:off x="9046266" y="5957370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流程图: 或者 32"/>
          <p:cNvSpPr/>
          <p:nvPr/>
        </p:nvSpPr>
        <p:spPr>
          <a:xfrm>
            <a:off x="6215269" y="5438982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4" name="流程图: 或者 33"/>
          <p:cNvSpPr/>
          <p:nvPr/>
        </p:nvSpPr>
        <p:spPr>
          <a:xfrm>
            <a:off x="9046266" y="3070777"/>
            <a:ext cx="357809" cy="358223"/>
          </a:xfrm>
          <a:prstGeom prst="flowChartO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24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0" y="387626"/>
            <a:ext cx="11078819" cy="6082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矩形: 圆角 9"/>
          <p:cNvSpPr/>
          <p:nvPr/>
        </p:nvSpPr>
        <p:spPr>
          <a:xfrm>
            <a:off x="8819321" y="569843"/>
            <a:ext cx="2464905" cy="71893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07:23:54</a:t>
            </a:r>
            <a:endParaRPr lang="zh-CN" altLang="en-US" sz="4000" dirty="0"/>
          </a:p>
        </p:txBody>
      </p:sp>
      <p:sp>
        <p:nvSpPr>
          <p:cNvPr id="11" name="矩形: 圆角 10"/>
          <p:cNvSpPr/>
          <p:nvPr/>
        </p:nvSpPr>
        <p:spPr>
          <a:xfrm>
            <a:off x="907774" y="735496"/>
            <a:ext cx="4041913" cy="5387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当前订单情况：</a:t>
            </a:r>
            <a:endParaRPr lang="en-US" altLang="zh-CN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订单正在制作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订单已完成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9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订单正在制作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10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订单正在制作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11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订单正在制作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订单未开始制作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13</a:t>
            </a:r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订单未开始制作</a:t>
            </a:r>
            <a:endParaRPr lang="en-US" altLang="zh-CN" sz="20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zh-CN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095999" y="1854152"/>
            <a:ext cx="5095461" cy="43334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A………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B………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C………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D………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E………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F………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G………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H………</a:t>
            </a:r>
            <a:endParaRPr lang="en-US" altLang="zh-CN" sz="2000" dirty="0"/>
          </a:p>
          <a:p>
            <a:pPr algn="ctr"/>
            <a:r>
              <a:rPr lang="zh-CN" altLang="en-US" sz="2000" dirty="0"/>
              <a:t>食物</a:t>
            </a:r>
            <a:r>
              <a:rPr lang="en-US" altLang="zh-CN" sz="2000" dirty="0"/>
              <a:t>I………</a:t>
            </a:r>
            <a:endParaRPr lang="zh-CN" altLang="en-US" sz="2000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6530231" y="1973422"/>
            <a:ext cx="43396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食物的存储和生产：</a:t>
            </a:r>
            <a:endParaRPr lang="zh-CN" alt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383375" y="2729290"/>
            <a:ext cx="7777770" cy="1399242"/>
            <a:chOff x="2915524" y="2857798"/>
            <a:chExt cx="7777770" cy="1399242"/>
          </a:xfrm>
        </p:grpSpPr>
        <p:sp>
          <p:nvSpPr>
            <p:cNvPr id="14" name="文本框 13"/>
            <p:cNvSpPr txBox="1"/>
            <p:nvPr/>
          </p:nvSpPr>
          <p:spPr>
            <a:xfrm>
              <a:off x="2915524" y="2857798"/>
              <a:ext cx="7777770" cy="10156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借助</a:t>
              </a:r>
              <a:r>
                <a:rPr lang="en-US" altLang="zh-CN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Qt</a:t>
              </a:r>
              <a:r>
                <a:rPr lang="zh-CN" altLang="en-US" sz="48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图形库的</a:t>
              </a:r>
              <a:r>
                <a:rPr lang="zh-CN" altLang="en-US" sz="6600" dirty="0">
                  <a:solidFill>
                    <a:schemeClr val="accent1"/>
                  </a:solidFill>
                  <a:effectLst>
                    <a:outerShdw blurRad="50800" dist="38100" dir="2700000" algn="tl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微软雅黑 Light" panose="020B0502040204020203" pitchFamily="34" charset="-122"/>
                  <a:ea typeface="微软雅黑" panose="020B0503020204020204" pitchFamily="34" charset="-122"/>
                  <a:sym typeface="+mn-ea"/>
                </a:rPr>
                <a:t>开发思路</a:t>
              </a:r>
              <a:endParaRPr lang="zh-CN" altLang="en-US" sz="6600" dirty="0">
                <a:solidFill>
                  <a:schemeClr val="accent1"/>
                </a:solidFill>
                <a:effectLst>
                  <a:outerShdw blurRad="50800" dist="38100" dir="2700000" algn="tl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27463" y="4041775"/>
              <a:ext cx="5240085" cy="2152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kumimoji="1" lang="en-US" altLang="zh-CN" sz="1400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Development ideas using Qt graphics library</a:t>
              </a:r>
              <a:endParaRPr kumimoji="1" lang="en-US" altLang="zh-CN" sz="1400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43430" y="1686560"/>
            <a:ext cx="2344420" cy="2554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effectLst>
                  <a:outerShdw blurRad="50800" dist="38100" dir="2700000" sx="101000" sy="101000" algn="tl" rotWithShape="0">
                    <a:schemeClr val="accent1">
                      <a:lumMod val="50000"/>
                      <a:alpha val="10000"/>
                    </a:schemeClr>
                  </a:outerShdw>
                </a:effectLst>
                <a:latin typeface="微软雅黑 Light" panose="020B0502040204020203" pitchFamily="34" charset="-122"/>
                <a:ea typeface="微软雅黑" panose="020B0503020204020204" pitchFamily="34" charset="-122"/>
              </a:rPr>
              <a:t>03</a:t>
            </a:r>
            <a:endParaRPr lang="en-US" altLang="zh-CN" sz="16600" dirty="0">
              <a:ln>
                <a:solidFill>
                  <a:schemeClr val="accent1"/>
                </a:solidFill>
              </a:ln>
              <a:noFill/>
              <a:effectLst>
                <a:outerShdw blurRad="50800" dist="38100" dir="2700000" sx="101000" sy="101000" algn="tl" rotWithShape="0">
                  <a:schemeClr val="accent1">
                    <a:lumMod val="50000"/>
                    <a:alpha val="10000"/>
                  </a:schemeClr>
                </a:outerShdw>
              </a:effectLst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麦当劳点餐</a:t>
            </a:r>
            <a:r>
              <a:rPr lang="en-US" altLang="zh-CN" dirty="0"/>
              <a:t>QT</a:t>
            </a:r>
            <a:r>
              <a:rPr lang="zh-CN" altLang="en-US" dirty="0"/>
              <a:t>组件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2102" y="1184720"/>
            <a:ext cx="10874609" cy="41549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b="1" dirty="0"/>
              <a:t>重要组件</a:t>
            </a:r>
            <a:endParaRPr lang="zh-CN" altLang="en-US" b="1" dirty="0"/>
          </a:p>
          <a:p>
            <a:pPr>
              <a:buFont typeface="+mj-lt"/>
              <a:buAutoNum type="arabicPeriod"/>
            </a:pPr>
            <a:r>
              <a:rPr lang="en-US" altLang="zh-CN" b="1" dirty="0" err="1"/>
              <a:t>QWidget</a:t>
            </a:r>
            <a:r>
              <a:rPr lang="zh-CN" altLang="en-US" dirty="0"/>
              <a:t>：用于构建各种界面元素。</a:t>
            </a: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en-US" altLang="zh-CN" b="1" dirty="0" err="1"/>
              <a:t>QLabel</a:t>
            </a:r>
            <a:r>
              <a:rPr lang="zh-CN" altLang="en-US" dirty="0"/>
              <a:t>：用于显示订单信息。</a:t>
            </a: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en-US" altLang="zh-CN" b="1" dirty="0" err="1"/>
              <a:t>QPushButton</a:t>
            </a:r>
            <a:r>
              <a:rPr lang="zh-CN" altLang="en-US" dirty="0"/>
              <a:t>：用于按钮功能。</a:t>
            </a:r>
            <a:endParaRPr lang="zh-CN" altLang="en-US" dirty="0"/>
          </a:p>
          <a:p>
            <a:pPr>
              <a:buFont typeface="+mj-lt"/>
              <a:buAutoNum type="arabicPeriod"/>
            </a:pPr>
            <a:r>
              <a:rPr lang="en-US" altLang="zh-CN" b="1" dirty="0" err="1"/>
              <a:t>QTableWidget</a:t>
            </a:r>
            <a:r>
              <a:rPr lang="zh-CN" altLang="en-US" dirty="0"/>
              <a:t>：用于显示菜单内容。</a:t>
            </a:r>
            <a:endParaRPr lang="zh-CN" altLang="en-US" dirty="0"/>
          </a:p>
          <a:p>
            <a:r>
              <a:rPr lang="zh-CN" altLang="en-US" b="1" dirty="0"/>
              <a:t>具体实现步骤</a:t>
            </a:r>
            <a:endParaRPr lang="zh-CN" altLang="en-US" b="1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主界面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 err="1"/>
              <a:t>QWidget</a:t>
            </a:r>
            <a:r>
              <a:rPr lang="zh-CN" altLang="en-US" dirty="0"/>
              <a:t>创建主界面。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添加</a:t>
            </a:r>
            <a:r>
              <a:rPr lang="en-US" altLang="zh-CN" dirty="0" err="1"/>
              <a:t>QLabel</a:t>
            </a:r>
            <a:r>
              <a:rPr lang="zh-CN" altLang="en-US" dirty="0"/>
              <a:t>显示订单信息。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 err="1"/>
              <a:t>QTableWidget</a:t>
            </a:r>
            <a:r>
              <a:rPr lang="zh-CN" altLang="en-US" dirty="0"/>
              <a:t>展示菜单。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添加</a:t>
            </a:r>
            <a:r>
              <a:rPr lang="en-US" altLang="zh-CN" dirty="0" err="1"/>
              <a:t>QPushButton</a:t>
            </a:r>
            <a:r>
              <a:rPr lang="zh-CN" altLang="en-US" dirty="0"/>
              <a:t>实现添加商品。</a:t>
            </a:r>
            <a:endParaRPr lang="zh-CN" altLang="en-US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菜单界面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 err="1"/>
              <a:t>QWidget</a:t>
            </a:r>
            <a:r>
              <a:rPr lang="zh-CN" altLang="en-US" dirty="0"/>
              <a:t>创建菜单界面。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 err="1"/>
              <a:t>QTableWidget</a:t>
            </a:r>
            <a:r>
              <a:rPr lang="zh-CN" altLang="en-US" dirty="0"/>
              <a:t>展示所有可选食物。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添加</a:t>
            </a:r>
            <a:r>
              <a:rPr lang="en-US" altLang="zh-CN" dirty="0" err="1"/>
              <a:t>QPushButton</a:t>
            </a:r>
            <a:r>
              <a:rPr lang="zh-CN" altLang="en-US" dirty="0"/>
              <a:t>实现添加商品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511580" y="1116919"/>
            <a:ext cx="2810707" cy="60141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菜单文件的输入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511580" y="2006770"/>
            <a:ext cx="2810707" cy="60141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食物及相关信息显示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511580" y="2964129"/>
            <a:ext cx="2810707" cy="66278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点击按钮下单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511580" y="3995130"/>
            <a:ext cx="2810707" cy="72415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订单处理模块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554540" y="5112048"/>
            <a:ext cx="2810707" cy="88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输出订单结果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608821" y="2862870"/>
            <a:ext cx="2203152" cy="76404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时间模块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8941482" y="1745952"/>
            <a:ext cx="0" cy="26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0" idx="0"/>
          </p:cNvCxnSpPr>
          <p:nvPr/>
        </p:nvCxnSpPr>
        <p:spPr>
          <a:xfrm>
            <a:off x="8916933" y="2608188"/>
            <a:ext cx="1" cy="355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1" idx="0"/>
          </p:cNvCxnSpPr>
          <p:nvPr/>
        </p:nvCxnSpPr>
        <p:spPr>
          <a:xfrm>
            <a:off x="8916933" y="3633052"/>
            <a:ext cx="1" cy="36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8929207" y="4719286"/>
            <a:ext cx="12275" cy="36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3"/>
            <a:endCxn id="10" idx="1"/>
          </p:cNvCxnSpPr>
          <p:nvPr/>
        </p:nvCxnSpPr>
        <p:spPr>
          <a:xfrm>
            <a:off x="6811973" y="3244893"/>
            <a:ext cx="699607" cy="5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7" idx="2"/>
            <a:endCxn id="11" idx="1"/>
          </p:cNvCxnSpPr>
          <p:nvPr/>
        </p:nvCxnSpPr>
        <p:spPr>
          <a:xfrm>
            <a:off x="5710397" y="3626915"/>
            <a:ext cx="1801183" cy="73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7" idx="2"/>
            <a:endCxn id="12" idx="1"/>
          </p:cNvCxnSpPr>
          <p:nvPr/>
        </p:nvCxnSpPr>
        <p:spPr>
          <a:xfrm>
            <a:off x="5710397" y="3626915"/>
            <a:ext cx="1844143" cy="192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" panose="020B0503020204020204" pitchFamily="34" charset="-122"/>
              </a:rPr>
              <a:t>后台逻辑的实现</a:t>
            </a:r>
            <a:endParaRPr lang="zh-CN" altLang="en-US" dirty="0"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932404" y="1363050"/>
            <a:ext cx="5395996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// mainmenu.cpp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mainmenu.h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"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#include "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ui_mainmenu.h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"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QWidget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*parent) :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QMainWindow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(parent),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(new Ui::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)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{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-&gt;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setupUi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(this);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connect(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-&gt;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burgerButton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, &amp;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::clicked, this, &amp;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showBurgers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);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connect(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-&gt;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drinkButton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, &amp;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::clicked, this, &amp;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showDrinks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);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}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::~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()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{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delete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ui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;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}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showBurgers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() {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// </a:t>
            </a:r>
            <a:r>
              <a:rPr lang="zh-CN" altLang="en-US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显示汉堡菜单界面</a:t>
            </a:r>
            <a:endParaRPr lang="zh-CN" altLang="en-US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}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MainMenu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showDrinks</a:t>
            </a:r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() {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    // </a:t>
            </a:r>
            <a:r>
              <a:rPr lang="zh-CN" altLang="en-US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显示饮料菜单界面</a:t>
            </a:r>
            <a:endParaRPr lang="zh-CN" altLang="en-US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rPr>
              <a:t>}</a:t>
            </a:r>
            <a:endParaRPr lang="en-US" altLang="zh-CN" sz="1050" b="1" dirty="0">
              <a:solidFill>
                <a:schemeClr val="tx1"/>
              </a:solidFill>
              <a:latin typeface="微软雅黑 Light" panose="020B0502040204020203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3600" y="1347288"/>
            <a:ext cx="3513221" cy="295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dirty="0"/>
              <a:t>1</a:t>
            </a:r>
            <a:r>
              <a:rPr lang="en-US" altLang="zh-CN" sz="2400" dirty="0"/>
              <a:t>.</a:t>
            </a:r>
            <a:r>
              <a:rPr lang="zh-CN" altLang="en-US" sz="2400" dirty="0"/>
              <a:t>主菜单模块</a:t>
            </a:r>
            <a:endParaRPr lang="en-US" altLang="zh-CN" sz="2400" dirty="0"/>
          </a:p>
          <a:p>
            <a:pPr algn="l"/>
            <a:r>
              <a:rPr lang="zh-CN" altLang="en-US" sz="2400" dirty="0"/>
              <a:t>将菜单文件中的每个套餐或单品设置与相应的按钮对应</a:t>
            </a:r>
            <a:endParaRPr lang="en-US" altLang="zh-CN" sz="2400" dirty="0"/>
          </a:p>
          <a:p>
            <a:pPr algn="l"/>
            <a:endParaRPr lang="en-US" altLang="zh-CN" sz="2400" dirty="0"/>
          </a:p>
          <a:p>
            <a:pPr algn="l"/>
            <a:r>
              <a:rPr lang="zh-CN" altLang="en-US" sz="2400" dirty="0"/>
              <a:t>然后点击对应的按钮，即视作一次点单，记录在相应的食物以及点单的时间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845553" y="4812632"/>
            <a:ext cx="4048627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右边为一个简易的菜单界面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4626" y="908050"/>
            <a:ext cx="4645660" cy="374650"/>
          </a:xfrm>
        </p:spPr>
        <p:txBody>
          <a:bodyPr/>
          <a:lstStyle/>
          <a:p>
            <a:r>
              <a:rPr lang="zh-CN" altLang="en-US" dirty="0"/>
              <a:t>菜单的输入模块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684921" y="908050"/>
            <a:ext cx="5727032" cy="18466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000" dirty="0" err="1"/>
              <a:t>MainWindow</a:t>
            </a:r>
            <a:r>
              <a:rPr lang="en-US" altLang="zh-CN" sz="2000" dirty="0"/>
              <a:t>::~</a:t>
            </a:r>
            <a:r>
              <a:rPr lang="en-US" altLang="zh-CN" sz="2000" dirty="0" err="1"/>
              <a:t>MainWindow</a:t>
            </a:r>
            <a:r>
              <a:rPr lang="en-US" altLang="zh-CN" sz="2000" dirty="0"/>
              <a:t>() { delete </a:t>
            </a:r>
            <a:r>
              <a:rPr lang="en-US" altLang="zh-CN" sz="2000" dirty="0" err="1"/>
              <a:t>ui</a:t>
            </a:r>
            <a:r>
              <a:rPr lang="en-US" altLang="zh-CN" sz="2000" dirty="0"/>
              <a:t>; } void </a:t>
            </a:r>
            <a:r>
              <a:rPr lang="en-US" altLang="zh-CN" sz="2000" dirty="0" err="1"/>
              <a:t>MainWindow</a:t>
            </a:r>
            <a:r>
              <a:rPr lang="en-US" altLang="zh-CN" sz="2000" dirty="0"/>
              <a:t>::</a:t>
            </a:r>
            <a:r>
              <a:rPr lang="en-US" altLang="zh-CN" sz="2000" dirty="0" err="1"/>
              <a:t>on_actionOpen_triggered</a:t>
            </a:r>
            <a:r>
              <a:rPr lang="en-US" altLang="zh-CN" sz="2000" dirty="0"/>
              <a:t>() { </a:t>
            </a:r>
            <a:r>
              <a:rPr lang="en-US" altLang="zh-CN" sz="2000" dirty="0" err="1"/>
              <a:t>QString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QFileDialog</a:t>
            </a:r>
            <a:r>
              <a:rPr lang="en-US" altLang="zh-CN" sz="2000" dirty="0"/>
              <a:t>::</a:t>
            </a:r>
            <a:r>
              <a:rPr lang="en-US" altLang="zh-CN" sz="2000" dirty="0" err="1"/>
              <a:t>getOpenFileName</a:t>
            </a:r>
            <a:r>
              <a:rPr lang="en-US" altLang="zh-CN" sz="2000" dirty="0"/>
              <a:t>(this, tr("Open Menu File"), "", tr("Menu Files (*.</a:t>
            </a:r>
            <a:r>
              <a:rPr lang="en-US" altLang="zh-CN" sz="2000" dirty="0" err="1"/>
              <a:t>dic</a:t>
            </a:r>
            <a:r>
              <a:rPr lang="en-US" altLang="zh-CN" sz="2000" dirty="0"/>
              <a:t>)")); if (!</a:t>
            </a:r>
            <a:r>
              <a:rPr lang="en-US" altLang="zh-CN" sz="2000" dirty="0" err="1"/>
              <a:t>fileName.isEmpty</a:t>
            </a:r>
            <a:r>
              <a:rPr lang="en-US" altLang="zh-CN" sz="2000" dirty="0"/>
              <a:t>()) { </a:t>
            </a:r>
            <a:r>
              <a:rPr lang="en-US" altLang="zh-CN" sz="2000" dirty="0" err="1"/>
              <a:t>loadMenuFile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); }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830179" y="1913021"/>
            <a:ext cx="40005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/>
              <a:t>将菜单文件的输入，并且展示出食物的制作时间，以及当前的储存时间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5484" y="3308684"/>
            <a:ext cx="4487779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/>
              <a:t>食物窗口与菜单文件输入一一对应，可以显示当前食物的状态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30179" y="4400550"/>
            <a:ext cx="4078705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右上方为一小部分窗口代码</a:t>
            </a:r>
            <a:endParaRPr lang="zh-CN" alt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时间模块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6674" y="1620145"/>
            <a:ext cx="8873976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dirty="0"/>
              <a:t>为了在</a:t>
            </a:r>
            <a:r>
              <a:rPr lang="en-US" altLang="zh-CN" dirty="0"/>
              <a:t>Qt</a:t>
            </a:r>
            <a:r>
              <a:rPr lang="zh-CN" altLang="en-US" dirty="0"/>
              <a:t>中创建一个时间窗口，其中的时间会随系统时间自动更新并显示，我们可以使用一个定时器（</a:t>
            </a:r>
            <a:r>
              <a:rPr lang="en-US" altLang="zh-CN" dirty="0" err="1"/>
              <a:t>QTimer</a:t>
            </a:r>
            <a:r>
              <a:rPr lang="zh-CN" altLang="en-US" dirty="0"/>
              <a:t>）来定期更新显示的时间。</a:t>
            </a:r>
            <a:endParaRPr lang="en-US" altLang="zh-CN" dirty="0"/>
          </a:p>
          <a:p>
            <a:pPr algn="l"/>
            <a:r>
              <a:rPr lang="zh-CN" altLang="en-US" dirty="0"/>
              <a:t>我们将使用</a:t>
            </a:r>
            <a:r>
              <a:rPr lang="en-US" altLang="zh-CN" dirty="0" err="1"/>
              <a:t>QTimer</a:t>
            </a:r>
            <a:r>
              <a:rPr lang="zh-CN" altLang="en-US" dirty="0"/>
              <a:t>来每秒更新一次</a:t>
            </a:r>
            <a:r>
              <a:rPr lang="en-US" altLang="zh-CN" dirty="0" err="1"/>
              <a:t>QLabel</a:t>
            </a:r>
            <a:r>
              <a:rPr lang="zh-CN" altLang="en-US" dirty="0"/>
              <a:t>的显示内容。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208972" y="2571367"/>
            <a:ext cx="8975759" cy="39395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800" dirty="0"/>
              <a:t>#include "</a:t>
            </a:r>
            <a:r>
              <a:rPr lang="en-US" altLang="zh-CN" sz="800" dirty="0" err="1"/>
              <a:t>mainwindow.h</a:t>
            </a:r>
            <a:r>
              <a:rPr lang="en-US" altLang="zh-CN" sz="800" dirty="0"/>
              <a:t>"</a:t>
            </a:r>
            <a:endParaRPr lang="en-US" altLang="zh-CN" sz="800" dirty="0"/>
          </a:p>
          <a:p>
            <a:pPr algn="l"/>
            <a:r>
              <a:rPr lang="en-US" altLang="zh-CN" sz="800" dirty="0"/>
              <a:t>#include "</a:t>
            </a:r>
            <a:r>
              <a:rPr lang="en-US" altLang="zh-CN" sz="800" dirty="0" err="1"/>
              <a:t>ui_mainwindow.h</a:t>
            </a:r>
            <a:r>
              <a:rPr lang="en-US" altLang="zh-CN" sz="800" dirty="0"/>
              <a:t>"</a:t>
            </a:r>
            <a:endParaRPr lang="en-US" altLang="zh-CN" sz="800" dirty="0"/>
          </a:p>
          <a:p>
            <a:pPr algn="l"/>
            <a:endParaRPr lang="en-US" altLang="zh-CN" sz="800" dirty="0"/>
          </a:p>
          <a:p>
            <a:pPr algn="l"/>
            <a:r>
              <a:rPr lang="en-US" altLang="zh-CN" sz="800" dirty="0" err="1"/>
              <a:t>MainWindow</a:t>
            </a:r>
            <a:r>
              <a:rPr lang="en-US" altLang="zh-CN" sz="800" dirty="0"/>
              <a:t>::</a:t>
            </a:r>
            <a:r>
              <a:rPr lang="en-US" altLang="zh-CN" sz="800" dirty="0" err="1"/>
              <a:t>MainWindow</a:t>
            </a:r>
            <a:r>
              <a:rPr lang="en-US" altLang="zh-CN" sz="800" dirty="0"/>
              <a:t>(</a:t>
            </a:r>
            <a:r>
              <a:rPr lang="en-US" altLang="zh-CN" sz="800" dirty="0" err="1"/>
              <a:t>QWidget</a:t>
            </a:r>
            <a:r>
              <a:rPr lang="en-US" altLang="zh-CN" sz="800" dirty="0"/>
              <a:t> *parent)</a:t>
            </a:r>
            <a:endParaRPr lang="en-US" altLang="zh-CN" sz="800" dirty="0"/>
          </a:p>
          <a:p>
            <a:pPr algn="l"/>
            <a:r>
              <a:rPr lang="en-US" altLang="zh-CN" sz="800" dirty="0"/>
              <a:t>    : </a:t>
            </a:r>
            <a:r>
              <a:rPr lang="en-US" altLang="zh-CN" sz="800" dirty="0" err="1"/>
              <a:t>QMainWindow</a:t>
            </a:r>
            <a:r>
              <a:rPr lang="en-US" altLang="zh-CN" sz="800" dirty="0"/>
              <a:t>(parent)</a:t>
            </a:r>
            <a:endParaRPr lang="en-US" altLang="zh-CN" sz="800" dirty="0"/>
          </a:p>
          <a:p>
            <a:pPr algn="l"/>
            <a:r>
              <a:rPr lang="en-US" altLang="zh-CN" sz="800" dirty="0"/>
              <a:t>    , </a:t>
            </a:r>
            <a:r>
              <a:rPr lang="en-US" altLang="zh-CN" sz="800" dirty="0" err="1"/>
              <a:t>ui</a:t>
            </a:r>
            <a:r>
              <a:rPr lang="en-US" altLang="zh-CN" sz="800" dirty="0"/>
              <a:t>(new Ui::</a:t>
            </a:r>
            <a:r>
              <a:rPr lang="en-US" altLang="zh-CN" sz="800" dirty="0" err="1"/>
              <a:t>MainWindow</a:t>
            </a:r>
            <a:r>
              <a:rPr lang="en-US" altLang="zh-CN" sz="800" dirty="0"/>
              <a:t>)</a:t>
            </a:r>
            <a:endParaRPr lang="en-US" altLang="zh-CN" sz="800" dirty="0"/>
          </a:p>
          <a:p>
            <a:pPr algn="l"/>
            <a:r>
              <a:rPr lang="en-US" altLang="zh-CN" sz="800" dirty="0"/>
              <a:t>{</a:t>
            </a:r>
            <a:endParaRPr lang="en-US" altLang="zh-CN" sz="800" dirty="0"/>
          </a:p>
          <a:p>
            <a:pPr algn="l"/>
            <a:r>
              <a:rPr lang="en-US" altLang="zh-CN" sz="800" dirty="0"/>
              <a:t>    </a:t>
            </a:r>
            <a:r>
              <a:rPr lang="en-US" altLang="zh-CN" sz="800" dirty="0" err="1"/>
              <a:t>ui</a:t>
            </a:r>
            <a:r>
              <a:rPr lang="en-US" altLang="zh-CN" sz="800" dirty="0"/>
              <a:t>-&gt;</a:t>
            </a:r>
            <a:r>
              <a:rPr lang="en-US" altLang="zh-CN" sz="800" dirty="0" err="1"/>
              <a:t>setupUi</a:t>
            </a:r>
            <a:r>
              <a:rPr lang="en-US" altLang="zh-CN" sz="800" dirty="0"/>
              <a:t>(this);</a:t>
            </a:r>
            <a:endParaRPr lang="en-US" altLang="zh-CN" sz="800" dirty="0"/>
          </a:p>
          <a:p>
            <a:pPr algn="l"/>
            <a:endParaRPr lang="en-US" altLang="zh-CN" sz="800" dirty="0"/>
          </a:p>
          <a:p>
            <a:pPr algn="l"/>
            <a:r>
              <a:rPr lang="en-US" altLang="zh-CN" sz="800" dirty="0"/>
              <a:t>    // </a:t>
            </a:r>
            <a:r>
              <a:rPr lang="zh-CN" altLang="en-US" sz="800" dirty="0"/>
              <a:t>初始化</a:t>
            </a:r>
            <a:r>
              <a:rPr lang="en-US" altLang="zh-CN" sz="800" dirty="0" err="1"/>
              <a:t>QTimer</a:t>
            </a:r>
            <a:endParaRPr lang="en-US" altLang="zh-CN" sz="800" dirty="0"/>
          </a:p>
          <a:p>
            <a:pPr algn="l"/>
            <a:r>
              <a:rPr lang="en-US" altLang="zh-CN" sz="800" dirty="0"/>
              <a:t>    timer = new </a:t>
            </a:r>
            <a:r>
              <a:rPr lang="en-US" altLang="zh-CN" sz="800" dirty="0" err="1"/>
              <a:t>QTimer</a:t>
            </a:r>
            <a:r>
              <a:rPr lang="en-US" altLang="zh-CN" sz="800" dirty="0"/>
              <a:t>(this);</a:t>
            </a:r>
            <a:endParaRPr lang="en-US" altLang="zh-CN" sz="800" dirty="0"/>
          </a:p>
          <a:p>
            <a:pPr algn="l"/>
            <a:r>
              <a:rPr lang="en-US" altLang="zh-CN" sz="800" dirty="0"/>
              <a:t>    connect(timer, &amp;</a:t>
            </a:r>
            <a:r>
              <a:rPr lang="en-US" altLang="zh-CN" sz="800" dirty="0" err="1"/>
              <a:t>QTimer</a:t>
            </a:r>
            <a:r>
              <a:rPr lang="en-US" altLang="zh-CN" sz="800" dirty="0"/>
              <a:t>::timeout, this, &amp;</a:t>
            </a:r>
            <a:r>
              <a:rPr lang="en-US" altLang="zh-CN" sz="800" dirty="0" err="1"/>
              <a:t>MainWindow</a:t>
            </a:r>
            <a:r>
              <a:rPr lang="en-US" altLang="zh-CN" sz="800" dirty="0"/>
              <a:t>::</a:t>
            </a:r>
            <a:r>
              <a:rPr lang="en-US" altLang="zh-CN" sz="800" dirty="0" err="1"/>
              <a:t>updateTime</a:t>
            </a:r>
            <a:r>
              <a:rPr lang="en-US" altLang="zh-CN" sz="800" dirty="0"/>
              <a:t>);</a:t>
            </a:r>
            <a:endParaRPr lang="en-US" altLang="zh-CN" sz="800" dirty="0"/>
          </a:p>
          <a:p>
            <a:pPr algn="l"/>
            <a:r>
              <a:rPr lang="en-US" altLang="zh-CN" sz="800" dirty="0"/>
              <a:t>    timer-&gt;start(1000); // </a:t>
            </a:r>
            <a:r>
              <a:rPr lang="zh-CN" altLang="en-US" sz="800" dirty="0"/>
              <a:t>每秒更新一次</a:t>
            </a:r>
            <a:endParaRPr lang="zh-CN" altLang="en-US" sz="800" dirty="0"/>
          </a:p>
          <a:p>
            <a:pPr algn="l"/>
            <a:endParaRPr lang="zh-CN" altLang="en-US" sz="800" dirty="0"/>
          </a:p>
          <a:p>
            <a:pPr algn="l"/>
            <a:r>
              <a:rPr lang="zh-CN" altLang="en-US" sz="800" dirty="0"/>
              <a:t>    </a:t>
            </a:r>
            <a:r>
              <a:rPr lang="en-US" altLang="zh-CN" sz="800" dirty="0"/>
              <a:t>// </a:t>
            </a:r>
            <a:r>
              <a:rPr lang="zh-CN" altLang="en-US" sz="800" dirty="0"/>
              <a:t>初始化时间显示</a:t>
            </a:r>
            <a:endParaRPr lang="zh-CN" altLang="en-US" sz="800" dirty="0"/>
          </a:p>
          <a:p>
            <a:pPr algn="l"/>
            <a:r>
              <a:rPr lang="zh-CN" altLang="en-US" sz="800" dirty="0"/>
              <a:t>    </a:t>
            </a:r>
            <a:r>
              <a:rPr lang="en-US" altLang="zh-CN" sz="800" dirty="0" err="1"/>
              <a:t>updateTime</a:t>
            </a:r>
            <a:r>
              <a:rPr lang="en-US" altLang="zh-CN" sz="800" dirty="0"/>
              <a:t>();</a:t>
            </a:r>
            <a:endParaRPr lang="en-US" altLang="zh-CN" sz="800" dirty="0"/>
          </a:p>
          <a:p>
            <a:pPr algn="l"/>
            <a:r>
              <a:rPr lang="en-US" altLang="zh-CN" sz="800" dirty="0"/>
              <a:t>}</a:t>
            </a:r>
            <a:endParaRPr lang="en-US" altLang="zh-CN" sz="800" dirty="0"/>
          </a:p>
          <a:p>
            <a:pPr algn="l"/>
            <a:endParaRPr lang="en-US" altLang="zh-CN" sz="800" dirty="0"/>
          </a:p>
          <a:p>
            <a:pPr algn="l"/>
            <a:r>
              <a:rPr lang="en-US" altLang="zh-CN" sz="800" dirty="0" err="1"/>
              <a:t>MainWindow</a:t>
            </a:r>
            <a:r>
              <a:rPr lang="en-US" altLang="zh-CN" sz="800" dirty="0"/>
              <a:t>::~</a:t>
            </a:r>
            <a:r>
              <a:rPr lang="en-US" altLang="zh-CN" sz="800" dirty="0" err="1"/>
              <a:t>MainWindow</a:t>
            </a:r>
            <a:r>
              <a:rPr lang="en-US" altLang="zh-CN" sz="800" dirty="0"/>
              <a:t>()</a:t>
            </a:r>
            <a:endParaRPr lang="en-US" altLang="zh-CN" sz="800" dirty="0"/>
          </a:p>
          <a:p>
            <a:pPr algn="l"/>
            <a:r>
              <a:rPr lang="en-US" altLang="zh-CN" sz="800" dirty="0"/>
              <a:t>{</a:t>
            </a:r>
            <a:endParaRPr lang="en-US" altLang="zh-CN" sz="800" dirty="0"/>
          </a:p>
          <a:p>
            <a:pPr algn="l"/>
            <a:r>
              <a:rPr lang="en-US" altLang="zh-CN" sz="800" dirty="0"/>
              <a:t>    delete </a:t>
            </a:r>
            <a:r>
              <a:rPr lang="en-US" altLang="zh-CN" sz="800" dirty="0" err="1"/>
              <a:t>ui</a:t>
            </a:r>
            <a:r>
              <a:rPr lang="en-US" altLang="zh-CN" sz="800" dirty="0"/>
              <a:t>;</a:t>
            </a:r>
            <a:endParaRPr lang="en-US" altLang="zh-CN" sz="800" dirty="0"/>
          </a:p>
          <a:p>
            <a:pPr algn="l"/>
            <a:r>
              <a:rPr lang="en-US" altLang="zh-CN" sz="800" dirty="0"/>
              <a:t>}</a:t>
            </a:r>
            <a:endParaRPr lang="en-US" altLang="zh-CN" sz="800" dirty="0"/>
          </a:p>
          <a:p>
            <a:pPr algn="l"/>
            <a:endParaRPr lang="en-US" altLang="zh-CN" sz="800" dirty="0"/>
          </a:p>
          <a:p>
            <a:pPr algn="l"/>
            <a:r>
              <a:rPr lang="en-US" altLang="zh-CN" sz="800" dirty="0"/>
              <a:t>void </a:t>
            </a:r>
            <a:r>
              <a:rPr lang="en-US" altLang="zh-CN" sz="800" dirty="0" err="1"/>
              <a:t>MainWindow</a:t>
            </a:r>
            <a:r>
              <a:rPr lang="en-US" altLang="zh-CN" sz="800" dirty="0"/>
              <a:t>::</a:t>
            </a:r>
            <a:r>
              <a:rPr lang="en-US" altLang="zh-CN" sz="800" dirty="0" err="1"/>
              <a:t>updateTime</a:t>
            </a:r>
            <a:r>
              <a:rPr lang="en-US" altLang="zh-CN" sz="800" dirty="0"/>
              <a:t>()</a:t>
            </a:r>
            <a:endParaRPr lang="en-US" altLang="zh-CN" sz="800" dirty="0"/>
          </a:p>
          <a:p>
            <a:pPr algn="l"/>
            <a:r>
              <a:rPr lang="en-US" altLang="zh-CN" sz="800" dirty="0"/>
              <a:t>{</a:t>
            </a:r>
            <a:endParaRPr lang="en-US" altLang="zh-CN" sz="800" dirty="0"/>
          </a:p>
          <a:p>
            <a:pPr algn="l"/>
            <a:r>
              <a:rPr lang="en-US" altLang="zh-CN" sz="800" dirty="0"/>
              <a:t>    // </a:t>
            </a:r>
            <a:r>
              <a:rPr lang="zh-CN" altLang="en-US" sz="800" dirty="0"/>
              <a:t>获取当前时间</a:t>
            </a:r>
            <a:endParaRPr lang="zh-CN" altLang="en-US" sz="800" dirty="0"/>
          </a:p>
          <a:p>
            <a:pPr algn="l"/>
            <a:r>
              <a:rPr lang="zh-CN" altLang="en-US" sz="800" dirty="0"/>
              <a:t>    </a:t>
            </a:r>
            <a:r>
              <a:rPr lang="en-US" altLang="zh-CN" sz="800" dirty="0" err="1"/>
              <a:t>QDateTime</a:t>
            </a:r>
            <a:r>
              <a:rPr lang="en-US" altLang="zh-CN" sz="800" dirty="0"/>
              <a:t> </a:t>
            </a:r>
            <a:r>
              <a:rPr lang="en-US" altLang="zh-CN" sz="800" dirty="0" err="1"/>
              <a:t>currentTime</a:t>
            </a:r>
            <a:r>
              <a:rPr lang="en-US" altLang="zh-CN" sz="800" dirty="0"/>
              <a:t> = </a:t>
            </a:r>
            <a:r>
              <a:rPr lang="en-US" altLang="zh-CN" sz="800" dirty="0" err="1"/>
              <a:t>QDateTime</a:t>
            </a:r>
            <a:r>
              <a:rPr lang="en-US" altLang="zh-CN" sz="800" dirty="0"/>
              <a:t>::</a:t>
            </a:r>
            <a:r>
              <a:rPr lang="en-US" altLang="zh-CN" sz="800" dirty="0" err="1"/>
              <a:t>currentDateTime</a:t>
            </a:r>
            <a:r>
              <a:rPr lang="en-US" altLang="zh-CN" sz="800" dirty="0"/>
              <a:t>();</a:t>
            </a:r>
            <a:endParaRPr lang="en-US" altLang="zh-CN" sz="800" dirty="0"/>
          </a:p>
          <a:p>
            <a:pPr algn="l"/>
            <a:r>
              <a:rPr lang="en-US" altLang="zh-CN" sz="800" dirty="0"/>
              <a:t>    </a:t>
            </a:r>
            <a:r>
              <a:rPr lang="en-US" altLang="zh-CN" sz="800" dirty="0" err="1"/>
              <a:t>QString</a:t>
            </a:r>
            <a:r>
              <a:rPr lang="en-US" altLang="zh-CN" sz="800" dirty="0"/>
              <a:t> </a:t>
            </a:r>
            <a:r>
              <a:rPr lang="en-US" altLang="zh-CN" sz="800" dirty="0" err="1"/>
              <a:t>timeString</a:t>
            </a:r>
            <a:r>
              <a:rPr lang="en-US" altLang="zh-CN" sz="800" dirty="0"/>
              <a:t> = </a:t>
            </a:r>
            <a:r>
              <a:rPr lang="en-US" altLang="zh-CN" sz="800" dirty="0" err="1"/>
              <a:t>currentTime.toString</a:t>
            </a:r>
            <a:r>
              <a:rPr lang="en-US" altLang="zh-CN" sz="800" dirty="0"/>
              <a:t>("</a:t>
            </a:r>
            <a:r>
              <a:rPr lang="en-US" altLang="zh-CN" sz="800" dirty="0" err="1"/>
              <a:t>yyyy</a:t>
            </a:r>
            <a:r>
              <a:rPr lang="en-US" altLang="zh-CN" sz="800" dirty="0"/>
              <a:t>-MM-dd </a:t>
            </a:r>
            <a:r>
              <a:rPr lang="en-US" altLang="zh-CN" sz="800" dirty="0" err="1"/>
              <a:t>HH:mm:ss</a:t>
            </a:r>
            <a:r>
              <a:rPr lang="en-US" altLang="zh-CN" sz="800" dirty="0"/>
              <a:t>");</a:t>
            </a:r>
            <a:endParaRPr lang="en-US" altLang="zh-CN" sz="800" dirty="0"/>
          </a:p>
          <a:p>
            <a:pPr algn="l"/>
            <a:r>
              <a:rPr lang="en-US" altLang="zh-CN" sz="800" dirty="0"/>
              <a:t>    </a:t>
            </a:r>
            <a:endParaRPr lang="en-US" altLang="zh-CN" sz="800" dirty="0"/>
          </a:p>
          <a:p>
            <a:pPr algn="l"/>
            <a:r>
              <a:rPr lang="en-US" altLang="zh-CN" sz="800" dirty="0"/>
              <a:t>    // </a:t>
            </a:r>
            <a:r>
              <a:rPr lang="zh-CN" altLang="en-US" sz="800" dirty="0"/>
              <a:t>更新</a:t>
            </a:r>
            <a:r>
              <a:rPr lang="en-US" altLang="zh-CN" sz="800" dirty="0" err="1"/>
              <a:t>QLabel</a:t>
            </a:r>
            <a:r>
              <a:rPr lang="zh-CN" altLang="en-US" sz="800" dirty="0"/>
              <a:t>的文本</a:t>
            </a:r>
            <a:endParaRPr lang="zh-CN" altLang="en-US" sz="800" dirty="0"/>
          </a:p>
          <a:p>
            <a:pPr algn="l"/>
            <a:r>
              <a:rPr lang="zh-CN" altLang="en-US" sz="800" dirty="0"/>
              <a:t>    </a:t>
            </a:r>
            <a:r>
              <a:rPr lang="en-US" altLang="zh-CN" sz="800" dirty="0" err="1"/>
              <a:t>ui</a:t>
            </a:r>
            <a:r>
              <a:rPr lang="en-US" altLang="zh-CN" sz="800" dirty="0"/>
              <a:t>-&gt;</a:t>
            </a:r>
            <a:r>
              <a:rPr lang="en-US" altLang="zh-CN" sz="800" dirty="0" err="1"/>
              <a:t>timeLabel</a:t>
            </a:r>
            <a:r>
              <a:rPr lang="en-US" altLang="zh-CN" sz="800" dirty="0"/>
              <a:t>-&gt;</a:t>
            </a:r>
            <a:r>
              <a:rPr lang="en-US" altLang="zh-CN" sz="800" dirty="0" err="1"/>
              <a:t>setText</a:t>
            </a:r>
            <a:r>
              <a:rPr lang="en-US" altLang="zh-CN" sz="800" dirty="0"/>
              <a:t>(</a:t>
            </a:r>
            <a:r>
              <a:rPr lang="en-US" altLang="zh-CN" sz="800" dirty="0" err="1"/>
              <a:t>timeString</a:t>
            </a:r>
            <a:r>
              <a:rPr lang="en-US" altLang="zh-CN" sz="800" dirty="0"/>
              <a:t>);</a:t>
            </a:r>
            <a:endParaRPr lang="en-US" altLang="zh-CN" sz="800" dirty="0"/>
          </a:p>
          <a:p>
            <a:pPr algn="l"/>
            <a:r>
              <a:rPr lang="en-US" altLang="zh-CN" sz="800" dirty="0"/>
              <a:t>}</a:t>
            </a:r>
            <a:endParaRPr lang="en-US" altLang="zh-CN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订单处理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407696" y="1552074"/>
            <a:ext cx="6563226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dirty="0"/>
              <a:t>1.</a:t>
            </a:r>
            <a:r>
              <a:rPr lang="zh-CN" altLang="en-US" dirty="0"/>
              <a:t>所选食物会显示在菜单窗口旁，并每一时刻显示每一个订单的状态（</a:t>
            </a:r>
            <a:r>
              <a:rPr lang="en-US" altLang="zh-CN" dirty="0" err="1"/>
              <a:t>oj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01679" y="2695074"/>
            <a:ext cx="668354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dirty="0"/>
              <a:t>2.</a:t>
            </a:r>
            <a:r>
              <a:rPr lang="zh-CN" altLang="en-US" dirty="0"/>
              <a:t>同时每一个订单后显示一个输出时间，及订单的完成时间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401679" y="3561075"/>
            <a:ext cx="6196263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dirty="0"/>
              <a:t>3.</a:t>
            </a:r>
            <a:r>
              <a:rPr lang="zh-CN" altLang="en-US" dirty="0"/>
              <a:t>最终将订单的输出时间保存在输出文件中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2" name="组合 3871"/>
          <p:cNvGrpSpPr/>
          <p:nvPr/>
        </p:nvGrpSpPr>
        <p:grpSpPr>
          <a:xfrm>
            <a:off x="1870405" y="1982284"/>
            <a:ext cx="8465185" cy="1501913"/>
            <a:chOff x="1863089" y="2084070"/>
            <a:chExt cx="8465185" cy="1501913"/>
          </a:xfrm>
        </p:grpSpPr>
        <p:sp>
          <p:nvSpPr>
            <p:cNvPr id="3" name="文本框 2"/>
            <p:cNvSpPr txBox="1"/>
            <p:nvPr/>
          </p:nvSpPr>
          <p:spPr>
            <a:xfrm>
              <a:off x="2259965" y="2084070"/>
              <a:ext cx="7982585" cy="1353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8800" b="1" dirty="0">
                  <a:ln w="12700">
                    <a:solidFill>
                      <a:schemeClr val="tx1"/>
                    </a:solidFill>
                  </a:ln>
                  <a:noFill/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     感谢观看</a:t>
              </a:r>
              <a:r>
                <a:rPr lang="zh-CN" altLang="zh-CN" sz="8800" b="1" dirty="0">
                  <a:ln w="12700">
                    <a:solidFill>
                      <a:schemeClr val="tx1"/>
                    </a:solidFill>
                  </a:ln>
                  <a:noFill/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！</a:t>
              </a:r>
              <a:endParaRPr lang="zh-CN" altLang="zh-CN" sz="8800" b="1" dirty="0">
                <a:ln w="12700">
                  <a:solidFill>
                    <a:schemeClr val="tx1"/>
                  </a:solidFill>
                </a:ln>
                <a:noFill/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863089" y="2084070"/>
              <a:ext cx="8465185" cy="13538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8800" b="1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" panose="020B0503020204020204" pitchFamily="34" charset="-122"/>
                </a:rPr>
                <a:t>      感谢观看！</a:t>
              </a:r>
              <a:endParaRPr lang="zh-CN" altLang="en-US" sz="88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12975" y="3279278"/>
              <a:ext cx="7765415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400" dirty="0">
                  <a:latin typeface="微软雅黑 Light" panose="020B0502040204020203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Thanks for your watching!</a:t>
              </a:r>
              <a:endParaRPr lang="en-US" altLang="zh-CN" sz="1400" b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FULLTEXTBEAUTIFYED" val="1"/>
  <p:tag name="COMMONDATA" val="eyJoZGlkIjoiODkxOWQyMGQ1ZWY5ZTZiN2IxNDUzMGQ2MGU0MjQ5OWIifQ=="/>
</p:tagLst>
</file>

<file path=ppt/theme/theme1.xml><?xml version="1.0" encoding="utf-8"?>
<a:theme xmlns:a="http://schemas.openxmlformats.org/drawingml/2006/main" name="2_Office 主题​​">
  <a:themeElements>
    <a:clrScheme name="自定义 7">
      <a:dk1>
        <a:srgbClr val="000000"/>
      </a:dk1>
      <a:lt1>
        <a:srgbClr val="FFFFFF"/>
      </a:lt1>
      <a:dk2>
        <a:srgbClr val="222A35"/>
      </a:dk2>
      <a:lt2>
        <a:srgbClr val="DBEFF9"/>
      </a:lt2>
      <a:accent1>
        <a:srgbClr val="FFC93C"/>
      </a:accent1>
      <a:accent2>
        <a:srgbClr val="A0DFD5"/>
      </a:accent2>
      <a:accent3>
        <a:srgbClr val="FA5868"/>
      </a:accent3>
      <a:accent4>
        <a:srgbClr val="4BAFDD"/>
      </a:accent4>
      <a:accent5>
        <a:srgbClr val="7C4CDC"/>
      </a:accent5>
      <a:accent6>
        <a:srgbClr val="FB7598"/>
      </a:accent6>
      <a:hlink>
        <a:srgbClr val="F49100"/>
      </a:hlink>
      <a:folHlink>
        <a:srgbClr val="85DFD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>
        <a:spAutoFit/>
      </a:bodyPr>
      <a:lstStyle>
        <a:defPPr algn="l">
          <a:defRPr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0-考研全程规划</Template>
  <TotalTime>0</TotalTime>
  <Words>3533</Words>
  <Application>WPS 演示</Application>
  <PresentationFormat>宽屏</PresentationFormat>
  <Paragraphs>289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微软雅黑 Light</vt:lpstr>
      <vt:lpstr>微软雅黑</vt:lpstr>
      <vt:lpstr>Times New Roman</vt:lpstr>
      <vt:lpstr>Cambria Math</vt:lpstr>
      <vt:lpstr>Cambria</vt:lpstr>
      <vt:lpstr>华文宋体</vt:lpstr>
      <vt:lpstr>等线</vt:lpstr>
      <vt:lpstr>幼圆</vt:lpstr>
      <vt:lpstr>Microsoft YaHei UI</vt:lpstr>
      <vt:lpstr>Arial Unicode MS</vt:lpstr>
      <vt:lpstr>Wingdings</vt:lpstr>
      <vt:lpstr>MS Mincho</vt:lpstr>
      <vt:lpstr>MiSans Demibold</vt:lpstr>
      <vt:lpstr>MiSans</vt:lpstr>
      <vt:lpstr>2_Office 主题​​</vt:lpstr>
      <vt:lpstr>PowerPoint 演示文稿</vt:lpstr>
      <vt:lpstr>PowerPoint 演示文稿</vt:lpstr>
      <vt:lpstr>PowerPoint 演示文稿</vt:lpstr>
      <vt:lpstr>1.Dict.dic菜单文件输入读取</vt:lpstr>
      <vt:lpstr>2.文件输出</vt:lpstr>
      <vt:lpstr>3.麦当劳订单处理系统伪代码</vt:lpstr>
      <vt:lpstr>接上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麦当劳点餐QT组件</vt:lpstr>
      <vt:lpstr>后台逻辑的实现</vt:lpstr>
      <vt:lpstr>菜单的输入模块</vt:lpstr>
      <vt:lpstr>时间模块</vt:lpstr>
      <vt:lpstr>订单处理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回首 系流年</dc:creator>
  <cp:lastModifiedBy>叶禹赋</cp:lastModifiedBy>
  <cp:revision>62</cp:revision>
  <dcterms:created xsi:type="dcterms:W3CDTF">2022-06-07T14:43:00Z</dcterms:created>
  <dcterms:modified xsi:type="dcterms:W3CDTF">2025-11-18T10:47:58Z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C0638015919845A890EF87F986765F57_12</vt:lpwstr>
  </property>
  <property fmtid="{D5CDD505-2E9C-101B-9397-08002B2CF9AE}" pid="3" name="KSOProductBuildVer">
    <vt:lpwstr>2052-12.1.0.23542</vt:lpwstr>
  </property>
</Properties>
</file>