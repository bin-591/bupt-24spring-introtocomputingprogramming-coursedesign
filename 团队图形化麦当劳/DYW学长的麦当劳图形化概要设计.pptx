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fonts/font1.fntdata" ContentType="application/x-fontdata"/>
  <Override PartName="/ppt/fonts/font2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7" r:id="rId3"/>
    <p:sldId id="258" r:id="rId4"/>
    <p:sldId id="260" r:id="rId5"/>
    <p:sldId id="1132" r:id="rId6"/>
    <p:sldId id="1128" r:id="rId7"/>
    <p:sldId id="1133" r:id="rId8"/>
    <p:sldId id="263" r:id="rId9"/>
    <p:sldId id="270" r:id="rId10"/>
    <p:sldId id="1134" r:id="rId11"/>
    <p:sldId id="1135" r:id="rId12"/>
    <p:sldId id="264" r:id="rId13"/>
    <p:sldId id="266" r:id="rId14"/>
    <p:sldId id="1136" r:id="rId15"/>
    <p:sldId id="1137" r:id="rId16"/>
    <p:sldId id="1138" r:id="rId17"/>
    <p:sldId id="1141" r:id="rId18"/>
    <p:sldId id="265" r:id="rId19"/>
    <p:sldId id="1139" r:id="rId20"/>
    <p:sldId id="1140" r:id="rId21"/>
    <p:sldId id="259" r:id="rId22"/>
  </p:sldIdLst>
  <p:sldSz cx="12192000" cy="6858000"/>
  <p:notesSz cx="6858000" cy="9144000"/>
  <p:embeddedFontLst>
    <p:embeddedFont>
      <p:font typeface="微软雅黑" panose="020B0503020204020204" pitchFamily="34" charset="-122"/>
      <p:regular r:id="rId28"/>
    </p:embeddedFont>
    <p:embeddedFont>
      <p:font typeface="等线" panose="02010600030101010101" charset="-122"/>
      <p:regular r:id="rId29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52" userDrawn="1">
          <p15:clr>
            <a:srgbClr val="A4A3A4"/>
          </p15:clr>
        </p15:guide>
        <p15:guide id="3" pos="7423" userDrawn="1">
          <p15:clr>
            <a:srgbClr val="A4A3A4"/>
          </p15:clr>
        </p15:guide>
        <p15:guide id="4" orient="horz" pos="346" userDrawn="1">
          <p15:clr>
            <a:srgbClr val="A4A3A4"/>
          </p15:clr>
        </p15:guide>
        <p15:guide id="5" orient="horz" pos="152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BA3F"/>
    <a:srgbClr val="D9D9D9"/>
    <a:srgbClr val="D243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5664" autoAdjust="0"/>
  </p:normalViewPr>
  <p:slideViewPr>
    <p:cSldViewPr snapToGrid="0" showGuides="1">
      <p:cViewPr varScale="1">
        <p:scale>
          <a:sx n="91" d="100"/>
          <a:sy n="91" d="100"/>
        </p:scale>
        <p:origin x="796" y="64"/>
      </p:cViewPr>
      <p:guideLst>
        <p:guide orient="horz" pos="3952"/>
        <p:guide pos="7423"/>
        <p:guide orient="horz" pos="346"/>
        <p:guide orient="horz" pos="152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2558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font" Target="fonts/font2.fntdata"/><Relationship Id="rId28" Type="http://schemas.openxmlformats.org/officeDocument/2006/relationships/font" Target="fonts/font1.fntdata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84503490944902"/>
          <c:y val="0.173354528002899"/>
          <c:w val="0.96154965090551"/>
          <c:h val="0.65329094399420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Lbls>
            <c:delete val="1"/>
          </c:dLbls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</c:dPt>
          <c:dLbls>
            <c:delete val="1"/>
          </c:dLbls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Sheet1!$C$2</c:f>
              <c:numCache>
                <c:formatCode>0%</c:formatCode>
                <c:ptCount val="1"/>
                <c:pt idx="0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41637184"/>
        <c:axId val="241643008"/>
      </c:barChart>
      <c:catAx>
        <c:axId val="24163718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41643008"/>
        <c:crosses val="autoZero"/>
        <c:auto val="1"/>
        <c:lblAlgn val="ctr"/>
        <c:lblOffset val="100"/>
        <c:noMultiLvlLbl val="0"/>
      </c:catAx>
      <c:valAx>
        <c:axId val="241643008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416371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c8b72034-be2a-4afa-9970-ff99e7827018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84503490944902"/>
          <c:y val="0.173354528002899"/>
          <c:w val="0.96154965090551"/>
          <c:h val="0.65329094399420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Lbls>
            <c:delete val="1"/>
          </c:dLbls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</c:dPt>
          <c:dLbls>
            <c:delete val="1"/>
          </c:dLbls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Sheet1!$C$2</c:f>
              <c:numCache>
                <c:formatCode>0%</c:formatCode>
                <c:ptCount val="1"/>
                <c:pt idx="0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41637184"/>
        <c:axId val="241643008"/>
      </c:barChart>
      <c:catAx>
        <c:axId val="24163718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41643008"/>
        <c:crosses val="autoZero"/>
        <c:auto val="1"/>
        <c:lblAlgn val="ctr"/>
        <c:lblOffset val="100"/>
        <c:noMultiLvlLbl val="0"/>
      </c:catAx>
      <c:valAx>
        <c:axId val="241643008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416371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3d551dc2-d1ba-4d18-808f-9d457a83a864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84503490944902"/>
          <c:y val="0.173354528002899"/>
          <c:w val="0.96154965090551"/>
          <c:h val="0.65329094399420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Lbls>
            <c:delete val="1"/>
          </c:dLbls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</c:dPt>
          <c:dLbls>
            <c:delete val="1"/>
          </c:dLbls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Sheet1!$C$2</c:f>
              <c:numCache>
                <c:formatCode>0%</c:formatCode>
                <c:ptCount val="1"/>
                <c:pt idx="0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41637184"/>
        <c:axId val="241643008"/>
      </c:barChart>
      <c:catAx>
        <c:axId val="24163718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41643008"/>
        <c:crosses val="autoZero"/>
        <c:auto val="1"/>
        <c:lblAlgn val="ctr"/>
        <c:lblOffset val="100"/>
        <c:noMultiLvlLbl val="0"/>
      </c:catAx>
      <c:valAx>
        <c:axId val="241643008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416371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222159c7-5a46-4333-8b5d-573be1154e2a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90BD0E-3F5F-48B8-A536-57C456E30625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FE013-1869-4FB9-BEFB-CDDE25155FEB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14D6105-6F7D-4982-94F8-BB5BD4F77D32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DB6F5F6-330A-45D8-A04F-68FA2AAE8AF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B6F5F6-330A-45D8-A04F-68FA2AAE8AF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: 形状 34"/>
          <p:cNvSpPr/>
          <p:nvPr userDrawn="1"/>
        </p:nvSpPr>
        <p:spPr>
          <a:xfrm>
            <a:off x="2176708" y="0"/>
            <a:ext cx="4846320" cy="4315274"/>
          </a:xfrm>
          <a:custGeom>
            <a:avLst/>
            <a:gdLst>
              <a:gd name="connsiteX0" fmla="*/ 0 w 4846320"/>
              <a:gd name="connsiteY0" fmla="*/ 0 h 4315274"/>
              <a:gd name="connsiteX1" fmla="*/ 4846320 w 4846320"/>
              <a:gd name="connsiteY1" fmla="*/ 0 h 4315274"/>
              <a:gd name="connsiteX2" fmla="*/ 4846320 w 4846320"/>
              <a:gd name="connsiteY2" fmla="*/ 4315274 h 4315274"/>
              <a:gd name="connsiteX3" fmla="*/ 0 w 4846320"/>
              <a:gd name="connsiteY3" fmla="*/ 4315274 h 431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46320" h="4315274">
                <a:moveTo>
                  <a:pt x="0" y="0"/>
                </a:moveTo>
                <a:lnTo>
                  <a:pt x="4846320" y="0"/>
                </a:lnTo>
                <a:lnTo>
                  <a:pt x="4846320" y="4315274"/>
                </a:lnTo>
                <a:lnTo>
                  <a:pt x="0" y="4315274"/>
                </a:lnTo>
                <a:close/>
              </a:path>
            </a:pathLst>
          </a:custGeom>
          <a:solidFill>
            <a:schemeClr val="accent3"/>
          </a:solidFill>
          <a:ln w="28575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6" name="任意多边形: 形状 35"/>
          <p:cNvSpPr/>
          <p:nvPr userDrawn="1"/>
        </p:nvSpPr>
        <p:spPr>
          <a:xfrm>
            <a:off x="2197028" y="0"/>
            <a:ext cx="4805680" cy="4294954"/>
          </a:xfrm>
          <a:custGeom>
            <a:avLst/>
            <a:gdLst>
              <a:gd name="connsiteX0" fmla="*/ 925182 w 4805680"/>
              <a:gd name="connsiteY0" fmla="*/ 0 h 4294954"/>
              <a:gd name="connsiteX1" fmla="*/ 3880499 w 4805680"/>
              <a:gd name="connsiteY1" fmla="*/ 0 h 4294954"/>
              <a:gd name="connsiteX2" fmla="*/ 3931270 w 4805680"/>
              <a:gd name="connsiteY2" fmla="*/ 37966 h 4294954"/>
              <a:gd name="connsiteX3" fmla="*/ 4805680 w 4805680"/>
              <a:gd name="connsiteY3" fmla="*/ 1892114 h 4294954"/>
              <a:gd name="connsiteX4" fmla="*/ 2402840 w 4805680"/>
              <a:gd name="connsiteY4" fmla="*/ 4294954 h 4294954"/>
              <a:gd name="connsiteX5" fmla="*/ 0 w 4805680"/>
              <a:gd name="connsiteY5" fmla="*/ 1892114 h 4294954"/>
              <a:gd name="connsiteX6" fmla="*/ 874411 w 4805680"/>
              <a:gd name="connsiteY6" fmla="*/ 37966 h 4294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05680" h="4294954">
                <a:moveTo>
                  <a:pt x="925182" y="0"/>
                </a:moveTo>
                <a:lnTo>
                  <a:pt x="3880499" y="0"/>
                </a:lnTo>
                <a:lnTo>
                  <a:pt x="3931270" y="37966"/>
                </a:lnTo>
                <a:cubicBezTo>
                  <a:pt x="4465294" y="478682"/>
                  <a:pt x="4805680" y="1145647"/>
                  <a:pt x="4805680" y="1892114"/>
                </a:cubicBezTo>
                <a:cubicBezTo>
                  <a:pt x="4805680" y="3219166"/>
                  <a:pt x="3729893" y="4294954"/>
                  <a:pt x="2402840" y="4294954"/>
                </a:cubicBezTo>
                <a:cubicBezTo>
                  <a:pt x="1075788" y="4294954"/>
                  <a:pt x="0" y="3219166"/>
                  <a:pt x="0" y="1892114"/>
                </a:cubicBezTo>
                <a:cubicBezTo>
                  <a:pt x="0" y="1145647"/>
                  <a:pt x="340386" y="478682"/>
                  <a:pt x="874411" y="37966"/>
                </a:cubicBez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7" name="组合 36"/>
          <p:cNvGrpSpPr/>
          <p:nvPr userDrawn="1"/>
        </p:nvGrpSpPr>
        <p:grpSpPr>
          <a:xfrm>
            <a:off x="2186868" y="-10161"/>
            <a:ext cx="4826000" cy="4315274"/>
            <a:chOff x="7355840" y="20320"/>
            <a:chExt cx="4826000" cy="4826000"/>
          </a:xfrm>
        </p:grpSpPr>
        <p:grpSp>
          <p:nvGrpSpPr>
            <p:cNvPr id="38" name="组合 37"/>
            <p:cNvGrpSpPr/>
            <p:nvPr/>
          </p:nvGrpSpPr>
          <p:grpSpPr>
            <a:xfrm>
              <a:off x="8153400" y="20320"/>
              <a:ext cx="3230880" cy="4826000"/>
              <a:chOff x="8153400" y="20320"/>
              <a:chExt cx="3230880" cy="4826000"/>
            </a:xfrm>
          </p:grpSpPr>
          <p:cxnSp>
            <p:nvCxnSpPr>
              <p:cNvPr id="45" name="直接连接符 44"/>
              <p:cNvCxnSpPr/>
              <p:nvPr/>
            </p:nvCxnSpPr>
            <p:spPr>
              <a:xfrm>
                <a:off x="10576560" y="20320"/>
                <a:ext cx="0" cy="4826000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6" name="直接连接符 45"/>
              <p:cNvCxnSpPr/>
              <p:nvPr/>
            </p:nvCxnSpPr>
            <p:spPr>
              <a:xfrm>
                <a:off x="9768840" y="20320"/>
                <a:ext cx="0" cy="4826000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7" name="直接连接符 46"/>
              <p:cNvCxnSpPr/>
              <p:nvPr/>
            </p:nvCxnSpPr>
            <p:spPr>
              <a:xfrm>
                <a:off x="11384280" y="20320"/>
                <a:ext cx="0" cy="4826000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8" name="直接连接符 47"/>
              <p:cNvCxnSpPr/>
              <p:nvPr/>
            </p:nvCxnSpPr>
            <p:spPr>
              <a:xfrm>
                <a:off x="8153400" y="20320"/>
                <a:ext cx="0" cy="4826000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9" name="直接连接符 48"/>
              <p:cNvCxnSpPr/>
              <p:nvPr/>
            </p:nvCxnSpPr>
            <p:spPr>
              <a:xfrm>
                <a:off x="8961120" y="20320"/>
                <a:ext cx="0" cy="4826000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39" name="组合 38"/>
            <p:cNvGrpSpPr/>
            <p:nvPr/>
          </p:nvGrpSpPr>
          <p:grpSpPr>
            <a:xfrm rot="5400000">
              <a:off x="8153400" y="10160"/>
              <a:ext cx="3230880" cy="4826000"/>
              <a:chOff x="8153400" y="20320"/>
              <a:chExt cx="3230880" cy="4826000"/>
            </a:xfrm>
          </p:grpSpPr>
          <p:cxnSp>
            <p:nvCxnSpPr>
              <p:cNvPr id="40" name="直接连接符 39"/>
              <p:cNvCxnSpPr/>
              <p:nvPr/>
            </p:nvCxnSpPr>
            <p:spPr>
              <a:xfrm>
                <a:off x="10576560" y="20320"/>
                <a:ext cx="0" cy="4826000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1" name="直接连接符 40"/>
              <p:cNvCxnSpPr/>
              <p:nvPr/>
            </p:nvCxnSpPr>
            <p:spPr>
              <a:xfrm>
                <a:off x="9768840" y="20320"/>
                <a:ext cx="0" cy="4826000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2" name="直接连接符 41"/>
              <p:cNvCxnSpPr/>
              <p:nvPr/>
            </p:nvCxnSpPr>
            <p:spPr>
              <a:xfrm>
                <a:off x="11384280" y="20320"/>
                <a:ext cx="0" cy="4826000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3" name="直接连接符 42"/>
              <p:cNvCxnSpPr/>
              <p:nvPr/>
            </p:nvCxnSpPr>
            <p:spPr>
              <a:xfrm>
                <a:off x="8153400" y="20320"/>
                <a:ext cx="0" cy="4826000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4" name="直接连接符 43"/>
              <p:cNvCxnSpPr/>
              <p:nvPr/>
            </p:nvCxnSpPr>
            <p:spPr>
              <a:xfrm>
                <a:off x="8961120" y="20320"/>
                <a:ext cx="0" cy="4826000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</p:grpSp>
      <p:cxnSp>
        <p:nvCxnSpPr>
          <p:cNvPr id="3" name="直接连接符 2"/>
          <p:cNvCxnSpPr/>
          <p:nvPr userDrawn="1"/>
        </p:nvCxnSpPr>
        <p:spPr>
          <a:xfrm>
            <a:off x="5407588" y="6030755"/>
            <a:ext cx="5483932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grpSp>
        <p:nvGrpSpPr>
          <p:cNvPr id="4" name="组合 3"/>
          <p:cNvGrpSpPr/>
          <p:nvPr userDrawn="1"/>
        </p:nvGrpSpPr>
        <p:grpSpPr>
          <a:xfrm>
            <a:off x="11384280" y="5358552"/>
            <a:ext cx="319212" cy="754263"/>
            <a:chOff x="11384280" y="5510952"/>
            <a:chExt cx="319212" cy="754263"/>
          </a:xfrm>
          <a:solidFill>
            <a:schemeClr val="accent1"/>
          </a:solidFill>
        </p:grpSpPr>
        <p:sp>
          <p:nvSpPr>
            <p:cNvPr id="5" name="直角三角形 4"/>
            <p:cNvSpPr/>
            <p:nvPr/>
          </p:nvSpPr>
          <p:spPr>
            <a:xfrm flipV="1">
              <a:off x="11384280" y="5946003"/>
              <a:ext cx="319212" cy="319212"/>
            </a:xfrm>
            <a:prstGeom prst="rtTriangl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11384280" y="5798819"/>
              <a:ext cx="319204" cy="45719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1384280" y="5654885"/>
              <a:ext cx="319204" cy="45719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1384280" y="5510952"/>
              <a:ext cx="319204" cy="45719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9" name="文本框 8"/>
          <p:cNvSpPr txBox="1"/>
          <p:nvPr userDrawn="1"/>
        </p:nvSpPr>
        <p:spPr>
          <a:xfrm rot="5400000">
            <a:off x="-2739231" y="2290227"/>
            <a:ext cx="7556941" cy="2277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200" b="1" dirty="0">
                <a:ln w="85725">
                  <a:solidFill>
                    <a:schemeClr val="accent1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REPORT</a:t>
            </a:r>
            <a:endParaRPr lang="zh-CN" altLang="en-US" sz="14200" b="1" dirty="0">
              <a:ln w="85725">
                <a:solidFill>
                  <a:schemeClr val="accent1"/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 userDrawn="1"/>
        </p:nvSpPr>
        <p:spPr>
          <a:xfrm>
            <a:off x="2178014" y="4810578"/>
            <a:ext cx="9534561" cy="149595"/>
          </a:xfrm>
          <a:prstGeom prst="rect">
            <a:avLst/>
          </a:prstGeom>
          <a:solidFill>
            <a:schemeClr val="accent1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任意多边形: 形状 29"/>
          <p:cNvSpPr/>
          <p:nvPr userDrawn="1"/>
        </p:nvSpPr>
        <p:spPr>
          <a:xfrm rot="16200000">
            <a:off x="6682780" y="1834411"/>
            <a:ext cx="515938" cy="9525470"/>
          </a:xfrm>
          <a:custGeom>
            <a:avLst/>
            <a:gdLst>
              <a:gd name="connsiteX0" fmla="*/ 0 w 515938"/>
              <a:gd name="connsiteY0" fmla="*/ 0 h 6858000"/>
              <a:gd name="connsiteX1" fmla="*/ 515938 w 515938"/>
              <a:gd name="connsiteY1" fmla="*/ 0 h 6858000"/>
              <a:gd name="connsiteX2" fmla="*/ 515938 w 515938"/>
              <a:gd name="connsiteY2" fmla="*/ 6858000 h 6858000"/>
              <a:gd name="connsiteX3" fmla="*/ 0 w 51593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5938" h="6858000">
                <a:moveTo>
                  <a:pt x="0" y="0"/>
                </a:moveTo>
                <a:lnTo>
                  <a:pt x="515938" y="0"/>
                </a:lnTo>
                <a:lnTo>
                  <a:pt x="51593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禁止符 30"/>
          <p:cNvSpPr/>
          <p:nvPr userDrawn="1"/>
        </p:nvSpPr>
        <p:spPr>
          <a:xfrm rot="16200000">
            <a:off x="2363597" y="6484727"/>
            <a:ext cx="257969" cy="257969"/>
          </a:xfrm>
          <a:prstGeom prst="noSmoking">
            <a:avLst/>
          </a:prstGeom>
          <a:solidFill>
            <a:schemeClr val="bg1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禁止符 31"/>
          <p:cNvSpPr/>
          <p:nvPr userDrawn="1"/>
        </p:nvSpPr>
        <p:spPr>
          <a:xfrm rot="16200000">
            <a:off x="11259930" y="6484727"/>
            <a:ext cx="257969" cy="257969"/>
          </a:xfrm>
          <a:prstGeom prst="noSmoking">
            <a:avLst/>
          </a:prstGeom>
          <a:solidFill>
            <a:schemeClr val="bg1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: 圆角 32"/>
          <p:cNvSpPr/>
          <p:nvPr userDrawn="1"/>
        </p:nvSpPr>
        <p:spPr>
          <a:xfrm rot="16200000">
            <a:off x="6876249" y="2479802"/>
            <a:ext cx="128999" cy="8267198"/>
          </a:xfrm>
          <a:prstGeom prst="roundRect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 rot="5400000">
            <a:off x="5862510" y="3668216"/>
            <a:ext cx="10381432" cy="2277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200" b="1" kern="1200" dirty="0">
                <a:ln w="85725">
                  <a:solidFill>
                    <a:schemeClr val="accent1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CONTENTS</a:t>
            </a:r>
            <a:endParaRPr lang="zh-CN" altLang="en-US" sz="14200" b="1" kern="1200" dirty="0">
              <a:ln w="85725">
                <a:solidFill>
                  <a:schemeClr val="accent1"/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288410" y="445274"/>
            <a:ext cx="470253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800" b="1" dirty="0">
                <a:ln w="31750">
                  <a:solidFill>
                    <a:schemeClr val="tx1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H" panose="00020600040101010101" pitchFamily="18" charset="-122"/>
              </a:rPr>
              <a:t>目录</a:t>
            </a:r>
            <a:endParaRPr lang="zh-CN" altLang="en-US" sz="8800" b="1" dirty="0">
              <a:ln w="31750">
                <a:solidFill>
                  <a:schemeClr val="tx1"/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H" panose="00020600040101010101" pitchFamily="18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3199274" y="-1602889"/>
            <a:ext cx="3368801" cy="3796115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3093337" y="-1602889"/>
            <a:ext cx="105937" cy="3796115"/>
          </a:xfrm>
          <a:prstGeom prst="rect">
            <a:avLst/>
          </a:prstGeom>
          <a:solidFill>
            <a:schemeClr val="accent1"/>
          </a:solidFill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任意多边形: 形状 10"/>
          <p:cNvSpPr/>
          <p:nvPr userDrawn="1"/>
        </p:nvSpPr>
        <p:spPr>
          <a:xfrm flipV="1">
            <a:off x="3221976" y="-908504"/>
            <a:ext cx="3339490" cy="1870304"/>
          </a:xfrm>
          <a:custGeom>
            <a:avLst/>
            <a:gdLst>
              <a:gd name="connsiteX0" fmla="*/ 2422390 w 4844780"/>
              <a:gd name="connsiteY0" fmla="*/ 0 h 2407920"/>
              <a:gd name="connsiteX1" fmla="*/ 4833040 w 4844780"/>
              <a:gd name="connsiteY1" fmla="*/ 2175406 h 2407920"/>
              <a:gd name="connsiteX2" fmla="*/ 4844780 w 4844780"/>
              <a:gd name="connsiteY2" fmla="*/ 2407920 h 2407920"/>
              <a:gd name="connsiteX3" fmla="*/ 0 w 4844780"/>
              <a:gd name="connsiteY3" fmla="*/ 2407920 h 2407920"/>
              <a:gd name="connsiteX4" fmla="*/ 11741 w 4844780"/>
              <a:gd name="connsiteY4" fmla="*/ 2175406 h 2407920"/>
              <a:gd name="connsiteX5" fmla="*/ 2422390 w 4844780"/>
              <a:gd name="connsiteY5" fmla="*/ 0 h 2407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844780" h="2407920">
                <a:moveTo>
                  <a:pt x="2422390" y="0"/>
                </a:moveTo>
                <a:cubicBezTo>
                  <a:pt x="3677022" y="0"/>
                  <a:pt x="4708949" y="953513"/>
                  <a:pt x="4833040" y="2175406"/>
                </a:cubicBezTo>
                <a:lnTo>
                  <a:pt x="4844780" y="2407920"/>
                </a:lnTo>
                <a:lnTo>
                  <a:pt x="0" y="2407920"/>
                </a:lnTo>
                <a:lnTo>
                  <a:pt x="11741" y="2175406"/>
                </a:lnTo>
                <a:cubicBezTo>
                  <a:pt x="135831" y="953513"/>
                  <a:pt x="1167758" y="0"/>
                  <a:pt x="2422390" y="0"/>
                </a:cubicBez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任意多边形: 形状 11"/>
          <p:cNvSpPr/>
          <p:nvPr userDrawn="1"/>
        </p:nvSpPr>
        <p:spPr>
          <a:xfrm>
            <a:off x="3221976" y="307056"/>
            <a:ext cx="3339490" cy="1870304"/>
          </a:xfrm>
          <a:custGeom>
            <a:avLst/>
            <a:gdLst>
              <a:gd name="connsiteX0" fmla="*/ 2422390 w 4844780"/>
              <a:gd name="connsiteY0" fmla="*/ 0 h 2407920"/>
              <a:gd name="connsiteX1" fmla="*/ 4833040 w 4844780"/>
              <a:gd name="connsiteY1" fmla="*/ 2175406 h 2407920"/>
              <a:gd name="connsiteX2" fmla="*/ 4844780 w 4844780"/>
              <a:gd name="connsiteY2" fmla="*/ 2407920 h 2407920"/>
              <a:gd name="connsiteX3" fmla="*/ 0 w 4844780"/>
              <a:gd name="connsiteY3" fmla="*/ 2407920 h 2407920"/>
              <a:gd name="connsiteX4" fmla="*/ 11741 w 4844780"/>
              <a:gd name="connsiteY4" fmla="*/ 2175406 h 2407920"/>
              <a:gd name="connsiteX5" fmla="*/ 2422390 w 4844780"/>
              <a:gd name="connsiteY5" fmla="*/ 0 h 2407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844780" h="2407920">
                <a:moveTo>
                  <a:pt x="2422390" y="0"/>
                </a:moveTo>
                <a:cubicBezTo>
                  <a:pt x="3677022" y="0"/>
                  <a:pt x="4708949" y="953513"/>
                  <a:pt x="4833040" y="2175406"/>
                </a:cubicBezTo>
                <a:lnTo>
                  <a:pt x="4844780" y="2407920"/>
                </a:lnTo>
                <a:lnTo>
                  <a:pt x="0" y="2407920"/>
                </a:lnTo>
                <a:lnTo>
                  <a:pt x="11741" y="2175406"/>
                </a:lnTo>
                <a:cubicBezTo>
                  <a:pt x="135831" y="953513"/>
                  <a:pt x="1167758" y="0"/>
                  <a:pt x="2422390" y="0"/>
                </a:cubicBezTo>
                <a:close/>
              </a:path>
            </a:pathLst>
          </a:cu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3760741" y="-1586972"/>
            <a:ext cx="2245867" cy="3780198"/>
            <a:chOff x="8153400" y="20320"/>
            <a:chExt cx="3230880" cy="4826000"/>
          </a:xfrm>
        </p:grpSpPr>
        <p:cxnSp>
          <p:nvCxnSpPr>
            <p:cNvPr id="14" name="直接连接符 13"/>
            <p:cNvCxnSpPr/>
            <p:nvPr/>
          </p:nvCxnSpPr>
          <p:spPr>
            <a:xfrm>
              <a:off x="10576560" y="20320"/>
              <a:ext cx="0" cy="482600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5" name="直接连接符 14"/>
            <p:cNvCxnSpPr/>
            <p:nvPr/>
          </p:nvCxnSpPr>
          <p:spPr>
            <a:xfrm>
              <a:off x="9768840" y="20320"/>
              <a:ext cx="0" cy="482600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6" name="直接连接符 15"/>
            <p:cNvCxnSpPr/>
            <p:nvPr/>
          </p:nvCxnSpPr>
          <p:spPr>
            <a:xfrm>
              <a:off x="11384280" y="20320"/>
              <a:ext cx="0" cy="482600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7" name="直接连接符 16"/>
            <p:cNvCxnSpPr/>
            <p:nvPr/>
          </p:nvCxnSpPr>
          <p:spPr>
            <a:xfrm>
              <a:off x="8153400" y="20320"/>
              <a:ext cx="0" cy="482600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8" name="直接连接符 17"/>
            <p:cNvCxnSpPr/>
            <p:nvPr/>
          </p:nvCxnSpPr>
          <p:spPr>
            <a:xfrm>
              <a:off x="8961120" y="20320"/>
              <a:ext cx="0" cy="482600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</p:grpSp>
      <p:grpSp>
        <p:nvGrpSpPr>
          <p:cNvPr id="19" name="组合 18"/>
          <p:cNvGrpSpPr/>
          <p:nvPr userDrawn="1"/>
        </p:nvGrpSpPr>
        <p:grpSpPr>
          <a:xfrm rot="5400000">
            <a:off x="3618303" y="-1382169"/>
            <a:ext cx="2530743" cy="3354676"/>
            <a:chOff x="8153400" y="20320"/>
            <a:chExt cx="3230880" cy="4826000"/>
          </a:xfrm>
        </p:grpSpPr>
        <p:cxnSp>
          <p:nvCxnSpPr>
            <p:cNvPr id="20" name="直接连接符 19"/>
            <p:cNvCxnSpPr/>
            <p:nvPr/>
          </p:nvCxnSpPr>
          <p:spPr>
            <a:xfrm>
              <a:off x="10576560" y="20320"/>
              <a:ext cx="0" cy="482600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1" name="直接连接符 20"/>
            <p:cNvCxnSpPr/>
            <p:nvPr/>
          </p:nvCxnSpPr>
          <p:spPr>
            <a:xfrm>
              <a:off x="9768840" y="20320"/>
              <a:ext cx="0" cy="482600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2" name="直接连接符 21"/>
            <p:cNvCxnSpPr/>
            <p:nvPr/>
          </p:nvCxnSpPr>
          <p:spPr>
            <a:xfrm>
              <a:off x="11384280" y="20320"/>
              <a:ext cx="0" cy="482600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3" name="直接连接符 22"/>
            <p:cNvCxnSpPr/>
            <p:nvPr/>
          </p:nvCxnSpPr>
          <p:spPr>
            <a:xfrm>
              <a:off x="8153400" y="20320"/>
              <a:ext cx="0" cy="482600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4" name="直接连接符 23"/>
            <p:cNvCxnSpPr/>
            <p:nvPr/>
          </p:nvCxnSpPr>
          <p:spPr>
            <a:xfrm>
              <a:off x="8961120" y="20320"/>
              <a:ext cx="0" cy="482600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</p:grpSp>
      <p:sp>
        <p:nvSpPr>
          <p:cNvPr id="25" name="矩形 24"/>
          <p:cNvSpPr/>
          <p:nvPr userDrawn="1"/>
        </p:nvSpPr>
        <p:spPr>
          <a:xfrm>
            <a:off x="6688137" y="-1604339"/>
            <a:ext cx="3368801" cy="3796115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" name="矩形 25"/>
          <p:cNvSpPr/>
          <p:nvPr userDrawn="1"/>
        </p:nvSpPr>
        <p:spPr>
          <a:xfrm>
            <a:off x="6582200" y="-1604339"/>
            <a:ext cx="105937" cy="3796115"/>
          </a:xfrm>
          <a:prstGeom prst="rect">
            <a:avLst/>
          </a:prstGeom>
          <a:solidFill>
            <a:schemeClr val="accent1"/>
          </a:solidFill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任意多边形: 形状 26"/>
          <p:cNvSpPr/>
          <p:nvPr userDrawn="1"/>
        </p:nvSpPr>
        <p:spPr>
          <a:xfrm flipV="1">
            <a:off x="6710839" y="-909954"/>
            <a:ext cx="3339490" cy="1870304"/>
          </a:xfrm>
          <a:custGeom>
            <a:avLst/>
            <a:gdLst>
              <a:gd name="connsiteX0" fmla="*/ 2422390 w 4844780"/>
              <a:gd name="connsiteY0" fmla="*/ 0 h 2407920"/>
              <a:gd name="connsiteX1" fmla="*/ 4833040 w 4844780"/>
              <a:gd name="connsiteY1" fmla="*/ 2175406 h 2407920"/>
              <a:gd name="connsiteX2" fmla="*/ 4844780 w 4844780"/>
              <a:gd name="connsiteY2" fmla="*/ 2407920 h 2407920"/>
              <a:gd name="connsiteX3" fmla="*/ 0 w 4844780"/>
              <a:gd name="connsiteY3" fmla="*/ 2407920 h 2407920"/>
              <a:gd name="connsiteX4" fmla="*/ 11741 w 4844780"/>
              <a:gd name="connsiteY4" fmla="*/ 2175406 h 2407920"/>
              <a:gd name="connsiteX5" fmla="*/ 2422390 w 4844780"/>
              <a:gd name="connsiteY5" fmla="*/ 0 h 2407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844780" h="2407920">
                <a:moveTo>
                  <a:pt x="2422390" y="0"/>
                </a:moveTo>
                <a:cubicBezTo>
                  <a:pt x="3677022" y="0"/>
                  <a:pt x="4708949" y="953513"/>
                  <a:pt x="4833040" y="2175406"/>
                </a:cubicBezTo>
                <a:lnTo>
                  <a:pt x="4844780" y="2407920"/>
                </a:lnTo>
                <a:lnTo>
                  <a:pt x="0" y="2407920"/>
                </a:lnTo>
                <a:lnTo>
                  <a:pt x="11741" y="2175406"/>
                </a:lnTo>
                <a:cubicBezTo>
                  <a:pt x="135831" y="953513"/>
                  <a:pt x="1167758" y="0"/>
                  <a:pt x="2422390" y="0"/>
                </a:cubicBezTo>
                <a:close/>
              </a:path>
            </a:pathLst>
          </a:cu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任意多边形: 形状 27"/>
          <p:cNvSpPr/>
          <p:nvPr userDrawn="1"/>
        </p:nvSpPr>
        <p:spPr>
          <a:xfrm>
            <a:off x="6710839" y="305606"/>
            <a:ext cx="3339490" cy="1870304"/>
          </a:xfrm>
          <a:custGeom>
            <a:avLst/>
            <a:gdLst>
              <a:gd name="connsiteX0" fmla="*/ 2422390 w 4844780"/>
              <a:gd name="connsiteY0" fmla="*/ 0 h 2407920"/>
              <a:gd name="connsiteX1" fmla="*/ 4833040 w 4844780"/>
              <a:gd name="connsiteY1" fmla="*/ 2175406 h 2407920"/>
              <a:gd name="connsiteX2" fmla="*/ 4844780 w 4844780"/>
              <a:gd name="connsiteY2" fmla="*/ 2407920 h 2407920"/>
              <a:gd name="connsiteX3" fmla="*/ 0 w 4844780"/>
              <a:gd name="connsiteY3" fmla="*/ 2407920 h 2407920"/>
              <a:gd name="connsiteX4" fmla="*/ 11741 w 4844780"/>
              <a:gd name="connsiteY4" fmla="*/ 2175406 h 2407920"/>
              <a:gd name="connsiteX5" fmla="*/ 2422390 w 4844780"/>
              <a:gd name="connsiteY5" fmla="*/ 0 h 2407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844780" h="2407920">
                <a:moveTo>
                  <a:pt x="2422390" y="0"/>
                </a:moveTo>
                <a:cubicBezTo>
                  <a:pt x="3677022" y="0"/>
                  <a:pt x="4708949" y="953513"/>
                  <a:pt x="4833040" y="2175406"/>
                </a:cubicBezTo>
                <a:lnTo>
                  <a:pt x="4844780" y="2407920"/>
                </a:lnTo>
                <a:lnTo>
                  <a:pt x="0" y="2407920"/>
                </a:lnTo>
                <a:lnTo>
                  <a:pt x="11741" y="2175406"/>
                </a:lnTo>
                <a:cubicBezTo>
                  <a:pt x="135831" y="953513"/>
                  <a:pt x="1167758" y="0"/>
                  <a:pt x="2422390" y="0"/>
                </a:cubicBez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9" name="组合 28"/>
          <p:cNvGrpSpPr/>
          <p:nvPr userDrawn="1"/>
        </p:nvGrpSpPr>
        <p:grpSpPr>
          <a:xfrm>
            <a:off x="7249604" y="-1588422"/>
            <a:ext cx="2245867" cy="3780198"/>
            <a:chOff x="8153400" y="20320"/>
            <a:chExt cx="3230880" cy="4826000"/>
          </a:xfrm>
        </p:grpSpPr>
        <p:cxnSp>
          <p:nvCxnSpPr>
            <p:cNvPr id="30" name="直接连接符 29"/>
            <p:cNvCxnSpPr/>
            <p:nvPr/>
          </p:nvCxnSpPr>
          <p:spPr>
            <a:xfrm>
              <a:off x="10576560" y="20320"/>
              <a:ext cx="0" cy="482600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1" name="直接连接符 30"/>
            <p:cNvCxnSpPr/>
            <p:nvPr/>
          </p:nvCxnSpPr>
          <p:spPr>
            <a:xfrm>
              <a:off x="9768840" y="20320"/>
              <a:ext cx="0" cy="482600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2" name="直接连接符 31"/>
            <p:cNvCxnSpPr/>
            <p:nvPr/>
          </p:nvCxnSpPr>
          <p:spPr>
            <a:xfrm>
              <a:off x="11384280" y="20320"/>
              <a:ext cx="0" cy="482600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3" name="直接连接符 32"/>
            <p:cNvCxnSpPr/>
            <p:nvPr/>
          </p:nvCxnSpPr>
          <p:spPr>
            <a:xfrm>
              <a:off x="8153400" y="20320"/>
              <a:ext cx="0" cy="482600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4" name="直接连接符 33"/>
            <p:cNvCxnSpPr/>
            <p:nvPr/>
          </p:nvCxnSpPr>
          <p:spPr>
            <a:xfrm>
              <a:off x="8961120" y="20320"/>
              <a:ext cx="0" cy="482600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</p:grpSp>
      <p:grpSp>
        <p:nvGrpSpPr>
          <p:cNvPr id="35" name="组合 34"/>
          <p:cNvGrpSpPr/>
          <p:nvPr userDrawn="1"/>
        </p:nvGrpSpPr>
        <p:grpSpPr>
          <a:xfrm rot="5400000">
            <a:off x="7107166" y="-1383619"/>
            <a:ext cx="2530743" cy="3354676"/>
            <a:chOff x="8153400" y="20320"/>
            <a:chExt cx="3230880" cy="4826000"/>
          </a:xfrm>
        </p:grpSpPr>
        <p:cxnSp>
          <p:nvCxnSpPr>
            <p:cNvPr id="36" name="直接连接符 35"/>
            <p:cNvCxnSpPr/>
            <p:nvPr/>
          </p:nvCxnSpPr>
          <p:spPr>
            <a:xfrm>
              <a:off x="10576560" y="20320"/>
              <a:ext cx="0" cy="482600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7" name="直接连接符 36"/>
            <p:cNvCxnSpPr/>
            <p:nvPr/>
          </p:nvCxnSpPr>
          <p:spPr>
            <a:xfrm>
              <a:off x="9768840" y="20320"/>
              <a:ext cx="0" cy="482600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8" name="直接连接符 37"/>
            <p:cNvCxnSpPr/>
            <p:nvPr/>
          </p:nvCxnSpPr>
          <p:spPr>
            <a:xfrm>
              <a:off x="11384280" y="20320"/>
              <a:ext cx="0" cy="482600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>
              <a:off x="8153400" y="20320"/>
              <a:ext cx="0" cy="482600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40" name="直接连接符 39"/>
            <p:cNvCxnSpPr/>
            <p:nvPr/>
          </p:nvCxnSpPr>
          <p:spPr>
            <a:xfrm>
              <a:off x="8961120" y="20320"/>
              <a:ext cx="0" cy="482600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</p:grpSp>
      <p:grpSp>
        <p:nvGrpSpPr>
          <p:cNvPr id="41" name="组合 40"/>
          <p:cNvGrpSpPr/>
          <p:nvPr userDrawn="1"/>
        </p:nvGrpSpPr>
        <p:grpSpPr>
          <a:xfrm flipH="1">
            <a:off x="515877" y="5491445"/>
            <a:ext cx="319212" cy="754263"/>
            <a:chOff x="11384280" y="5510952"/>
            <a:chExt cx="319212" cy="754263"/>
          </a:xfrm>
          <a:solidFill>
            <a:schemeClr val="accent1"/>
          </a:solidFill>
        </p:grpSpPr>
        <p:sp>
          <p:nvSpPr>
            <p:cNvPr id="42" name="直角三角形 41"/>
            <p:cNvSpPr/>
            <p:nvPr/>
          </p:nvSpPr>
          <p:spPr>
            <a:xfrm flipV="1">
              <a:off x="11384280" y="5946003"/>
              <a:ext cx="319212" cy="319212"/>
            </a:xfrm>
            <a:prstGeom prst="rtTriangl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11384280" y="5798819"/>
              <a:ext cx="319204" cy="45719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>
              <a:off x="11384280" y="5654885"/>
              <a:ext cx="319204" cy="45719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11384280" y="5510952"/>
              <a:ext cx="319204" cy="45719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46" name="矩形 45"/>
          <p:cNvSpPr/>
          <p:nvPr userDrawn="1"/>
        </p:nvSpPr>
        <p:spPr>
          <a:xfrm>
            <a:off x="488027" y="2165066"/>
            <a:ext cx="9585611" cy="111711"/>
          </a:xfrm>
          <a:prstGeom prst="rect">
            <a:avLst/>
          </a:prstGeom>
          <a:solidFill>
            <a:schemeClr val="accent1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7" name="组合 46"/>
          <p:cNvGrpSpPr/>
          <p:nvPr userDrawn="1"/>
        </p:nvGrpSpPr>
        <p:grpSpPr>
          <a:xfrm>
            <a:off x="1332208" y="2768310"/>
            <a:ext cx="1093642" cy="1093642"/>
            <a:chOff x="1179808" y="2941729"/>
            <a:chExt cx="1093642" cy="1093642"/>
          </a:xfrm>
          <a:solidFill>
            <a:schemeClr val="accent1"/>
          </a:solidFill>
        </p:grpSpPr>
        <p:sp>
          <p:nvSpPr>
            <p:cNvPr id="48" name="矩形 47"/>
            <p:cNvSpPr/>
            <p:nvPr/>
          </p:nvSpPr>
          <p:spPr>
            <a:xfrm>
              <a:off x="1179808" y="2941729"/>
              <a:ext cx="1093642" cy="109364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1318505" y="3134607"/>
              <a:ext cx="816249" cy="707886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000" b="1" dirty="0">
                  <a:ln w="19050">
                    <a:solidFill>
                      <a:schemeClr val="bg1"/>
                    </a:solidFill>
                  </a:ln>
                  <a:noFill/>
                  <a:latin typeface="微软雅黑" panose="020B0503020204020204" pitchFamily="34" charset="-122"/>
                  <a:ea typeface="微软雅黑" panose="020B0503020204020204" pitchFamily="34" charset="-122"/>
                  <a:sym typeface="阿里巴巴普惠体 H" panose="00020600040101010101" pitchFamily="18" charset="-122"/>
                </a:rPr>
                <a:t>01</a:t>
              </a:r>
              <a:endParaRPr lang="zh-CN" altLang="en-US" sz="4000" b="1" dirty="0">
                <a:ln w="19050">
                  <a:solidFill>
                    <a:schemeClr val="bg1"/>
                  </a:solidFill>
                </a:ln>
                <a:noFill/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H" panose="00020600040101010101" pitchFamily="18" charset="-122"/>
              </a:endParaRPr>
            </a:p>
          </p:txBody>
        </p:sp>
      </p:grpSp>
      <p:sp>
        <p:nvSpPr>
          <p:cNvPr id="50" name="矩形 49"/>
          <p:cNvSpPr/>
          <p:nvPr userDrawn="1"/>
        </p:nvSpPr>
        <p:spPr>
          <a:xfrm>
            <a:off x="2425850" y="2772071"/>
            <a:ext cx="2579752" cy="10861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4" name="组合 53"/>
          <p:cNvGrpSpPr/>
          <p:nvPr userDrawn="1"/>
        </p:nvGrpSpPr>
        <p:grpSpPr>
          <a:xfrm>
            <a:off x="1317550" y="4726807"/>
            <a:ext cx="1093642" cy="1093642"/>
            <a:chOff x="1179808" y="2941729"/>
            <a:chExt cx="1093642" cy="1093642"/>
          </a:xfrm>
          <a:solidFill>
            <a:schemeClr val="accent1"/>
          </a:solidFill>
        </p:grpSpPr>
        <p:sp>
          <p:nvSpPr>
            <p:cNvPr id="55" name="矩形 54"/>
            <p:cNvSpPr/>
            <p:nvPr/>
          </p:nvSpPr>
          <p:spPr>
            <a:xfrm>
              <a:off x="1179808" y="2941729"/>
              <a:ext cx="1093642" cy="109364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1318505" y="3134607"/>
              <a:ext cx="816249" cy="707886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000" b="1" dirty="0">
                  <a:ln w="19050">
                    <a:solidFill>
                      <a:schemeClr val="bg1"/>
                    </a:solidFill>
                  </a:ln>
                  <a:noFill/>
                  <a:latin typeface="微软雅黑" panose="020B0503020204020204" pitchFamily="34" charset="-122"/>
                  <a:ea typeface="微软雅黑" panose="020B0503020204020204" pitchFamily="34" charset="-122"/>
                  <a:sym typeface="阿里巴巴普惠体 H" panose="00020600040101010101" pitchFamily="18" charset="-122"/>
                </a:rPr>
                <a:t>03</a:t>
              </a:r>
              <a:endParaRPr lang="zh-CN" altLang="en-US" sz="4000" b="1" dirty="0">
                <a:ln w="19050">
                  <a:solidFill>
                    <a:schemeClr val="bg1"/>
                  </a:solidFill>
                </a:ln>
                <a:noFill/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H" panose="00020600040101010101" pitchFamily="18" charset="-122"/>
              </a:endParaRPr>
            </a:p>
          </p:txBody>
        </p:sp>
      </p:grpSp>
      <p:sp>
        <p:nvSpPr>
          <p:cNvPr id="57" name="矩形 56"/>
          <p:cNvSpPr/>
          <p:nvPr userDrawn="1"/>
        </p:nvSpPr>
        <p:spPr>
          <a:xfrm>
            <a:off x="2411192" y="4730568"/>
            <a:ext cx="2579752" cy="10861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矩形 60"/>
          <p:cNvSpPr/>
          <p:nvPr userDrawn="1"/>
        </p:nvSpPr>
        <p:spPr>
          <a:xfrm>
            <a:off x="6005352" y="2754929"/>
            <a:ext cx="1093642" cy="10936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文本框 61"/>
          <p:cNvSpPr txBox="1"/>
          <p:nvPr userDrawn="1"/>
        </p:nvSpPr>
        <p:spPr>
          <a:xfrm>
            <a:off x="6144049" y="2947807"/>
            <a:ext cx="8162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ln w="19050">
                  <a:solidFill>
                    <a:schemeClr val="bg1"/>
                  </a:solidFill>
                </a:ln>
                <a:noFill/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H" panose="00020600040101010101" pitchFamily="18" charset="-122"/>
              </a:rPr>
              <a:t>02</a:t>
            </a:r>
            <a:endParaRPr lang="zh-CN" altLang="en-US" sz="4000" b="1" dirty="0">
              <a:ln w="19050">
                <a:solidFill>
                  <a:schemeClr val="bg1"/>
                </a:solidFill>
              </a:ln>
              <a:noFill/>
              <a:latin typeface="微软雅黑" panose="020B0503020204020204" pitchFamily="34" charset="-122"/>
              <a:ea typeface="微软雅黑" panose="020B0503020204020204" pitchFamily="34" charset="-122"/>
              <a:sym typeface="阿里巴巴普惠体 H" panose="00020600040101010101" pitchFamily="18" charset="-122"/>
            </a:endParaRPr>
          </a:p>
        </p:txBody>
      </p:sp>
      <p:sp>
        <p:nvSpPr>
          <p:cNvPr id="63" name="矩形 62"/>
          <p:cNvSpPr/>
          <p:nvPr userDrawn="1"/>
        </p:nvSpPr>
        <p:spPr>
          <a:xfrm>
            <a:off x="7098994" y="2758690"/>
            <a:ext cx="2579752" cy="10861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矩形 66"/>
          <p:cNvSpPr/>
          <p:nvPr userDrawn="1"/>
        </p:nvSpPr>
        <p:spPr>
          <a:xfrm>
            <a:off x="5990694" y="4713426"/>
            <a:ext cx="1093642" cy="10936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文本框 67"/>
          <p:cNvSpPr txBox="1"/>
          <p:nvPr userDrawn="1"/>
        </p:nvSpPr>
        <p:spPr>
          <a:xfrm>
            <a:off x="6129391" y="4906304"/>
            <a:ext cx="8162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ln w="19050">
                  <a:solidFill>
                    <a:schemeClr val="bg1"/>
                  </a:solidFill>
                </a:ln>
                <a:noFill/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H" panose="00020600040101010101" pitchFamily="18" charset="-122"/>
              </a:rPr>
              <a:t>04</a:t>
            </a:r>
            <a:endParaRPr lang="zh-CN" altLang="en-US" sz="4000" b="1" dirty="0">
              <a:ln w="19050">
                <a:solidFill>
                  <a:schemeClr val="bg1"/>
                </a:solidFill>
              </a:ln>
              <a:noFill/>
              <a:latin typeface="微软雅黑" panose="020B0503020204020204" pitchFamily="34" charset="-122"/>
              <a:ea typeface="微软雅黑" panose="020B0503020204020204" pitchFamily="34" charset="-122"/>
              <a:sym typeface="阿里巴巴普惠体 H" panose="00020600040101010101" pitchFamily="18" charset="-122"/>
            </a:endParaRPr>
          </a:p>
        </p:txBody>
      </p:sp>
      <p:sp>
        <p:nvSpPr>
          <p:cNvPr id="69" name="矩形 68"/>
          <p:cNvSpPr/>
          <p:nvPr userDrawn="1"/>
        </p:nvSpPr>
        <p:spPr>
          <a:xfrm>
            <a:off x="7084336" y="4717187"/>
            <a:ext cx="2579752" cy="10861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5556135" y="2084225"/>
            <a:ext cx="5897880" cy="15614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 flipV="1">
            <a:off x="0" y="5547984"/>
            <a:ext cx="12192000" cy="1310016"/>
          </a:xfrm>
          <a:prstGeom prst="rect">
            <a:avLst/>
          </a:prstGeom>
          <a:solidFill>
            <a:schemeClr val="accent1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8870922" y="1987970"/>
            <a:ext cx="2647524" cy="2505006"/>
            <a:chOff x="8066607" y="3956641"/>
            <a:chExt cx="2647524" cy="2505006"/>
          </a:xfrm>
          <a:solidFill>
            <a:schemeClr val="accent1"/>
          </a:solidFill>
        </p:grpSpPr>
        <p:grpSp>
          <p:nvGrpSpPr>
            <p:cNvPr id="13" name="组合 12"/>
            <p:cNvGrpSpPr/>
            <p:nvPr/>
          </p:nvGrpSpPr>
          <p:grpSpPr>
            <a:xfrm>
              <a:off x="8066607" y="3956641"/>
              <a:ext cx="2647524" cy="246693"/>
              <a:chOff x="8066607" y="3956641"/>
              <a:chExt cx="2647524" cy="246693"/>
            </a:xfrm>
            <a:grpFill/>
          </p:grpSpPr>
          <p:sp>
            <p:nvSpPr>
              <p:cNvPr id="29" name="星形: 四角 28"/>
              <p:cNvSpPr/>
              <p:nvPr/>
            </p:nvSpPr>
            <p:spPr>
              <a:xfrm>
                <a:off x="8066607" y="3956641"/>
                <a:ext cx="246693" cy="246693"/>
              </a:xfrm>
              <a:prstGeom prst="star4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星形: 四角 29"/>
              <p:cNvSpPr/>
              <p:nvPr/>
            </p:nvSpPr>
            <p:spPr>
              <a:xfrm>
                <a:off x="8866884" y="3956641"/>
                <a:ext cx="246693" cy="246693"/>
              </a:xfrm>
              <a:prstGeom prst="star4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星形: 四角 30"/>
              <p:cNvSpPr/>
              <p:nvPr/>
            </p:nvSpPr>
            <p:spPr>
              <a:xfrm>
                <a:off x="9667161" y="3956641"/>
                <a:ext cx="246693" cy="246693"/>
              </a:xfrm>
              <a:prstGeom prst="star4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星形: 四角 31"/>
              <p:cNvSpPr/>
              <p:nvPr/>
            </p:nvSpPr>
            <p:spPr>
              <a:xfrm>
                <a:off x="10467438" y="3956641"/>
                <a:ext cx="246693" cy="246693"/>
              </a:xfrm>
              <a:prstGeom prst="star4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8066607" y="4709412"/>
              <a:ext cx="2647524" cy="246693"/>
              <a:chOff x="8066607" y="3956641"/>
              <a:chExt cx="2647524" cy="246693"/>
            </a:xfrm>
            <a:grpFill/>
          </p:grpSpPr>
          <p:sp>
            <p:nvSpPr>
              <p:cNvPr id="25" name="星形: 四角 24"/>
              <p:cNvSpPr/>
              <p:nvPr/>
            </p:nvSpPr>
            <p:spPr>
              <a:xfrm>
                <a:off x="8066607" y="3956641"/>
                <a:ext cx="246693" cy="246693"/>
              </a:xfrm>
              <a:prstGeom prst="star4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星形: 四角 25"/>
              <p:cNvSpPr/>
              <p:nvPr/>
            </p:nvSpPr>
            <p:spPr>
              <a:xfrm>
                <a:off x="8866884" y="3956641"/>
                <a:ext cx="246693" cy="246693"/>
              </a:xfrm>
              <a:prstGeom prst="star4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星形: 四角 26"/>
              <p:cNvSpPr/>
              <p:nvPr/>
            </p:nvSpPr>
            <p:spPr>
              <a:xfrm>
                <a:off x="9667161" y="3956641"/>
                <a:ext cx="246693" cy="246693"/>
              </a:xfrm>
              <a:prstGeom prst="star4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星形: 四角 27"/>
              <p:cNvSpPr/>
              <p:nvPr/>
            </p:nvSpPr>
            <p:spPr>
              <a:xfrm>
                <a:off x="10467438" y="3956641"/>
                <a:ext cx="246693" cy="246693"/>
              </a:xfrm>
              <a:prstGeom prst="star4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8066607" y="5462183"/>
              <a:ext cx="2647524" cy="246693"/>
              <a:chOff x="8066607" y="3956641"/>
              <a:chExt cx="2647524" cy="246693"/>
            </a:xfrm>
            <a:grpFill/>
          </p:grpSpPr>
          <p:sp>
            <p:nvSpPr>
              <p:cNvPr id="21" name="星形: 四角 20"/>
              <p:cNvSpPr/>
              <p:nvPr/>
            </p:nvSpPr>
            <p:spPr>
              <a:xfrm>
                <a:off x="8066607" y="3956641"/>
                <a:ext cx="246693" cy="246693"/>
              </a:xfrm>
              <a:prstGeom prst="star4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星形: 四角 21"/>
              <p:cNvSpPr/>
              <p:nvPr/>
            </p:nvSpPr>
            <p:spPr>
              <a:xfrm>
                <a:off x="8866884" y="3956641"/>
                <a:ext cx="246693" cy="246693"/>
              </a:xfrm>
              <a:prstGeom prst="star4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星形: 四角 22"/>
              <p:cNvSpPr/>
              <p:nvPr/>
            </p:nvSpPr>
            <p:spPr>
              <a:xfrm>
                <a:off x="9667161" y="3956641"/>
                <a:ext cx="246693" cy="246693"/>
              </a:xfrm>
              <a:prstGeom prst="star4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星形: 四角 23"/>
              <p:cNvSpPr/>
              <p:nvPr/>
            </p:nvSpPr>
            <p:spPr>
              <a:xfrm>
                <a:off x="10467438" y="3956641"/>
                <a:ext cx="246693" cy="246693"/>
              </a:xfrm>
              <a:prstGeom prst="star4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8066607" y="6214954"/>
              <a:ext cx="2647524" cy="246693"/>
              <a:chOff x="8066607" y="3956641"/>
              <a:chExt cx="2647524" cy="246693"/>
            </a:xfrm>
            <a:grpFill/>
          </p:grpSpPr>
          <p:sp>
            <p:nvSpPr>
              <p:cNvPr id="17" name="星形: 四角 16"/>
              <p:cNvSpPr/>
              <p:nvPr/>
            </p:nvSpPr>
            <p:spPr>
              <a:xfrm>
                <a:off x="8066607" y="3956641"/>
                <a:ext cx="246693" cy="246693"/>
              </a:xfrm>
              <a:prstGeom prst="star4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星形: 四角 17"/>
              <p:cNvSpPr/>
              <p:nvPr/>
            </p:nvSpPr>
            <p:spPr>
              <a:xfrm>
                <a:off x="8866884" y="3956641"/>
                <a:ext cx="246693" cy="246693"/>
              </a:xfrm>
              <a:prstGeom prst="star4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星形: 四角 18"/>
              <p:cNvSpPr/>
              <p:nvPr/>
            </p:nvSpPr>
            <p:spPr>
              <a:xfrm>
                <a:off x="9667161" y="3956641"/>
                <a:ext cx="246693" cy="246693"/>
              </a:xfrm>
              <a:prstGeom prst="star4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星形: 四角 19"/>
              <p:cNvSpPr/>
              <p:nvPr/>
            </p:nvSpPr>
            <p:spPr>
              <a:xfrm>
                <a:off x="10467438" y="3956641"/>
                <a:ext cx="246693" cy="246693"/>
              </a:xfrm>
              <a:prstGeom prst="star4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/>
        </p:nvGrpSpPr>
        <p:grpSpPr>
          <a:xfrm>
            <a:off x="9294471" y="584200"/>
            <a:ext cx="2418104" cy="683241"/>
            <a:chOff x="9288923" y="436442"/>
            <a:chExt cx="2423652" cy="830997"/>
          </a:xfrm>
          <a:solidFill>
            <a:schemeClr val="accent2"/>
          </a:solidFill>
        </p:grpSpPr>
        <p:sp>
          <p:nvSpPr>
            <p:cNvPr id="11" name="矩形 10"/>
            <p:cNvSpPr/>
            <p:nvPr/>
          </p:nvSpPr>
          <p:spPr>
            <a:xfrm>
              <a:off x="11366339" y="436442"/>
              <a:ext cx="346236" cy="83099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1020103" y="436442"/>
              <a:ext cx="346236" cy="830997"/>
            </a:xfrm>
            <a:prstGeom prst="rect">
              <a:avLst/>
            </a:prstGeom>
            <a:solidFill>
              <a:schemeClr val="accent2">
                <a:alpha val="8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10673867" y="436442"/>
              <a:ext cx="346236" cy="830997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0327631" y="436442"/>
              <a:ext cx="346236" cy="830997"/>
            </a:xfrm>
            <a:prstGeom prst="rect">
              <a:avLst/>
            </a:prstGeom>
            <a:solidFill>
              <a:schemeClr val="accent2">
                <a:alpha val="6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9981395" y="436442"/>
              <a:ext cx="346236" cy="830997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9635159" y="436442"/>
              <a:ext cx="346236" cy="830997"/>
            </a:xfrm>
            <a:prstGeom prst="rect">
              <a:avLst/>
            </a:prstGeom>
            <a:solidFill>
              <a:schemeClr val="accent2">
                <a:alpha val="1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9288923" y="436442"/>
              <a:ext cx="346236" cy="830997"/>
            </a:xfrm>
            <a:prstGeom prst="rect">
              <a:avLst/>
            </a:prstGeom>
            <a:solidFill>
              <a:schemeClr val="accent2">
                <a:alpha val="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>
            <a:off x="0" y="0"/>
            <a:ext cx="515938" cy="6858000"/>
            <a:chOff x="11707" y="0"/>
            <a:chExt cx="515938" cy="6858000"/>
          </a:xfrm>
        </p:grpSpPr>
        <p:sp>
          <p:nvSpPr>
            <p:cNvPr id="20" name="任意多边形: 形状 19"/>
            <p:cNvSpPr/>
            <p:nvPr/>
          </p:nvSpPr>
          <p:spPr>
            <a:xfrm>
              <a:off x="11707" y="0"/>
              <a:ext cx="515938" cy="6858000"/>
            </a:xfrm>
            <a:custGeom>
              <a:avLst/>
              <a:gdLst>
                <a:gd name="connsiteX0" fmla="*/ 0 w 515938"/>
                <a:gd name="connsiteY0" fmla="*/ 0 h 6858000"/>
                <a:gd name="connsiteX1" fmla="*/ 515938 w 515938"/>
                <a:gd name="connsiteY1" fmla="*/ 0 h 6858000"/>
                <a:gd name="connsiteX2" fmla="*/ 515938 w 515938"/>
                <a:gd name="connsiteY2" fmla="*/ 6858000 h 6858000"/>
                <a:gd name="connsiteX3" fmla="*/ 0 w 515938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938" h="6858000">
                  <a:moveTo>
                    <a:pt x="0" y="0"/>
                  </a:moveTo>
                  <a:lnTo>
                    <a:pt x="515938" y="0"/>
                  </a:lnTo>
                  <a:lnTo>
                    <a:pt x="515938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140692" y="229960"/>
              <a:ext cx="257969" cy="6398081"/>
              <a:chOff x="140692" y="193701"/>
              <a:chExt cx="257969" cy="6398081"/>
            </a:xfrm>
          </p:grpSpPr>
          <p:sp>
            <p:nvSpPr>
              <p:cNvPr id="22" name="禁止符 21"/>
              <p:cNvSpPr/>
              <p:nvPr/>
            </p:nvSpPr>
            <p:spPr>
              <a:xfrm>
                <a:off x="140692" y="193701"/>
                <a:ext cx="257969" cy="257969"/>
              </a:xfrm>
              <a:prstGeom prst="noSmoking">
                <a:avLst/>
              </a:prstGeom>
              <a:solidFill>
                <a:schemeClr val="bg1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禁止符 22"/>
              <p:cNvSpPr/>
              <p:nvPr/>
            </p:nvSpPr>
            <p:spPr>
              <a:xfrm>
                <a:off x="140692" y="6333813"/>
                <a:ext cx="257969" cy="257969"/>
              </a:xfrm>
              <a:prstGeom prst="noSmoking">
                <a:avLst/>
              </a:prstGeom>
              <a:solidFill>
                <a:schemeClr val="bg1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24" name="矩形: 圆角 23"/>
          <p:cNvSpPr/>
          <p:nvPr userDrawn="1"/>
        </p:nvSpPr>
        <p:spPr>
          <a:xfrm>
            <a:off x="209726" y="717888"/>
            <a:ext cx="96487" cy="5422224"/>
          </a:xfrm>
          <a:prstGeom prst="roundRect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任意多边形: 形状 40"/>
          <p:cNvSpPr/>
          <p:nvPr userDrawn="1"/>
        </p:nvSpPr>
        <p:spPr>
          <a:xfrm>
            <a:off x="2652744" y="-2407"/>
            <a:ext cx="4846320" cy="4634775"/>
          </a:xfrm>
          <a:custGeom>
            <a:avLst/>
            <a:gdLst>
              <a:gd name="connsiteX0" fmla="*/ 0 w 4846320"/>
              <a:gd name="connsiteY0" fmla="*/ 0 h 4634775"/>
              <a:gd name="connsiteX1" fmla="*/ 4846320 w 4846320"/>
              <a:gd name="connsiteY1" fmla="*/ 0 h 4634775"/>
              <a:gd name="connsiteX2" fmla="*/ 4846320 w 4846320"/>
              <a:gd name="connsiteY2" fmla="*/ 4634775 h 4634775"/>
              <a:gd name="connsiteX3" fmla="*/ 0 w 4846320"/>
              <a:gd name="connsiteY3" fmla="*/ 4634775 h 4634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46320" h="4634775">
                <a:moveTo>
                  <a:pt x="0" y="0"/>
                </a:moveTo>
                <a:lnTo>
                  <a:pt x="4846320" y="0"/>
                </a:lnTo>
                <a:lnTo>
                  <a:pt x="4846320" y="4634775"/>
                </a:lnTo>
                <a:lnTo>
                  <a:pt x="0" y="4634775"/>
                </a:lnTo>
                <a:close/>
              </a:path>
            </a:pathLst>
          </a:custGeom>
          <a:solidFill>
            <a:schemeClr val="accent3"/>
          </a:solidFill>
          <a:ln w="28575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2" name="任意多边形: 形状 41"/>
          <p:cNvSpPr/>
          <p:nvPr userDrawn="1"/>
        </p:nvSpPr>
        <p:spPr>
          <a:xfrm>
            <a:off x="2673064" y="-2407"/>
            <a:ext cx="4805680" cy="4614455"/>
          </a:xfrm>
          <a:custGeom>
            <a:avLst/>
            <a:gdLst>
              <a:gd name="connsiteX0" fmla="*/ 1462569 w 4805680"/>
              <a:gd name="connsiteY0" fmla="*/ 0 h 4614455"/>
              <a:gd name="connsiteX1" fmla="*/ 3343112 w 4805680"/>
              <a:gd name="connsiteY1" fmla="*/ 0 h 4614455"/>
              <a:gd name="connsiteX2" fmla="*/ 3548177 w 4805680"/>
              <a:gd name="connsiteY2" fmla="*/ 98785 h 4614455"/>
              <a:gd name="connsiteX3" fmla="*/ 4805680 w 4805680"/>
              <a:gd name="connsiteY3" fmla="*/ 2211615 h 4614455"/>
              <a:gd name="connsiteX4" fmla="*/ 2402840 w 4805680"/>
              <a:gd name="connsiteY4" fmla="*/ 4614455 h 4614455"/>
              <a:gd name="connsiteX5" fmla="*/ 0 w 4805680"/>
              <a:gd name="connsiteY5" fmla="*/ 2211615 h 4614455"/>
              <a:gd name="connsiteX6" fmla="*/ 1257504 w 4805680"/>
              <a:gd name="connsiteY6" fmla="*/ 98785 h 4614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05680" h="4614455">
                <a:moveTo>
                  <a:pt x="1462569" y="0"/>
                </a:moveTo>
                <a:lnTo>
                  <a:pt x="3343112" y="0"/>
                </a:lnTo>
                <a:lnTo>
                  <a:pt x="3548177" y="98785"/>
                </a:lnTo>
                <a:cubicBezTo>
                  <a:pt x="4297202" y="505680"/>
                  <a:pt x="4805680" y="1299267"/>
                  <a:pt x="4805680" y="2211615"/>
                </a:cubicBezTo>
                <a:cubicBezTo>
                  <a:pt x="4805680" y="3538667"/>
                  <a:pt x="3729892" y="4614455"/>
                  <a:pt x="2402840" y="4614455"/>
                </a:cubicBezTo>
                <a:cubicBezTo>
                  <a:pt x="1075788" y="4614455"/>
                  <a:pt x="0" y="3538667"/>
                  <a:pt x="0" y="2211615"/>
                </a:cubicBezTo>
                <a:cubicBezTo>
                  <a:pt x="0" y="1299267"/>
                  <a:pt x="508478" y="505680"/>
                  <a:pt x="1257504" y="98785"/>
                </a:cubicBez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3" name="组合 42"/>
          <p:cNvGrpSpPr/>
          <p:nvPr userDrawn="1"/>
        </p:nvGrpSpPr>
        <p:grpSpPr>
          <a:xfrm>
            <a:off x="3460464" y="-12569"/>
            <a:ext cx="3230880" cy="4634776"/>
            <a:chOff x="8153400" y="20320"/>
            <a:chExt cx="3230880" cy="4826000"/>
          </a:xfrm>
        </p:grpSpPr>
        <p:cxnSp>
          <p:nvCxnSpPr>
            <p:cNvPr id="44" name="直接连接符 43"/>
            <p:cNvCxnSpPr/>
            <p:nvPr/>
          </p:nvCxnSpPr>
          <p:spPr>
            <a:xfrm>
              <a:off x="10576560" y="20320"/>
              <a:ext cx="0" cy="482600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45" name="直接连接符 44"/>
            <p:cNvCxnSpPr/>
            <p:nvPr/>
          </p:nvCxnSpPr>
          <p:spPr>
            <a:xfrm>
              <a:off x="9768840" y="20320"/>
              <a:ext cx="0" cy="482600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46" name="直接连接符 45"/>
            <p:cNvCxnSpPr/>
            <p:nvPr/>
          </p:nvCxnSpPr>
          <p:spPr>
            <a:xfrm>
              <a:off x="11384280" y="20320"/>
              <a:ext cx="0" cy="482600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47" name="直接连接符 46"/>
            <p:cNvCxnSpPr/>
            <p:nvPr/>
          </p:nvCxnSpPr>
          <p:spPr>
            <a:xfrm>
              <a:off x="8153400" y="20320"/>
              <a:ext cx="0" cy="482600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48" name="直接连接符 47"/>
            <p:cNvCxnSpPr/>
            <p:nvPr/>
          </p:nvCxnSpPr>
          <p:spPr>
            <a:xfrm>
              <a:off x="8961120" y="20320"/>
              <a:ext cx="0" cy="482600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</p:grpSp>
      <p:grpSp>
        <p:nvGrpSpPr>
          <p:cNvPr id="49" name="组合 48"/>
          <p:cNvGrpSpPr/>
          <p:nvPr userDrawn="1"/>
        </p:nvGrpSpPr>
        <p:grpSpPr>
          <a:xfrm rot="5400000">
            <a:off x="3460464" y="-213953"/>
            <a:ext cx="3230880" cy="4826000"/>
            <a:chOff x="8153400" y="20320"/>
            <a:chExt cx="3230880" cy="4826000"/>
          </a:xfrm>
        </p:grpSpPr>
        <p:cxnSp>
          <p:nvCxnSpPr>
            <p:cNvPr id="50" name="直接连接符 49"/>
            <p:cNvCxnSpPr/>
            <p:nvPr/>
          </p:nvCxnSpPr>
          <p:spPr>
            <a:xfrm>
              <a:off x="10576560" y="20320"/>
              <a:ext cx="0" cy="482600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51" name="直接连接符 50"/>
            <p:cNvCxnSpPr/>
            <p:nvPr/>
          </p:nvCxnSpPr>
          <p:spPr>
            <a:xfrm>
              <a:off x="9768840" y="20320"/>
              <a:ext cx="0" cy="482600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52" name="直接连接符 51"/>
            <p:cNvCxnSpPr/>
            <p:nvPr/>
          </p:nvCxnSpPr>
          <p:spPr>
            <a:xfrm>
              <a:off x="11384280" y="20320"/>
              <a:ext cx="0" cy="482600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53" name="直接连接符 52"/>
            <p:cNvCxnSpPr/>
            <p:nvPr/>
          </p:nvCxnSpPr>
          <p:spPr>
            <a:xfrm>
              <a:off x="8153400" y="20320"/>
              <a:ext cx="0" cy="482600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54" name="直接连接符 53"/>
            <p:cNvCxnSpPr/>
            <p:nvPr/>
          </p:nvCxnSpPr>
          <p:spPr>
            <a:xfrm>
              <a:off x="8961120" y="20320"/>
              <a:ext cx="0" cy="482600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</p:grpSp>
      <p:grpSp>
        <p:nvGrpSpPr>
          <p:cNvPr id="27" name="组合 26"/>
          <p:cNvGrpSpPr/>
          <p:nvPr userDrawn="1"/>
        </p:nvGrpSpPr>
        <p:grpSpPr>
          <a:xfrm>
            <a:off x="11384280" y="5480472"/>
            <a:ext cx="319212" cy="754263"/>
            <a:chOff x="11384280" y="5510952"/>
            <a:chExt cx="319212" cy="754263"/>
          </a:xfrm>
        </p:grpSpPr>
        <p:sp>
          <p:nvSpPr>
            <p:cNvPr id="28" name="直角三角形 27"/>
            <p:cNvSpPr/>
            <p:nvPr/>
          </p:nvSpPr>
          <p:spPr>
            <a:xfrm flipV="1">
              <a:off x="11384280" y="5946003"/>
              <a:ext cx="319212" cy="319212"/>
            </a:xfrm>
            <a:prstGeom prst="rtTriangle">
              <a:avLst/>
            </a:prstGeom>
            <a:solidFill>
              <a:sysClr val="windowText" lastClr="000000">
                <a:lumMod val="95000"/>
                <a:lumOff val="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11384280" y="5798819"/>
              <a:ext cx="319204" cy="45719"/>
            </a:xfrm>
            <a:prstGeom prst="rect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11384280" y="5654885"/>
              <a:ext cx="319204" cy="45719"/>
            </a:xfrm>
            <a:prstGeom prst="rect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11384280" y="5510952"/>
              <a:ext cx="319204" cy="45719"/>
            </a:xfrm>
            <a:prstGeom prst="rect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4" name="矩形 33"/>
          <p:cNvSpPr/>
          <p:nvPr userDrawn="1"/>
        </p:nvSpPr>
        <p:spPr>
          <a:xfrm>
            <a:off x="2661489" y="5105674"/>
            <a:ext cx="9041995" cy="149595"/>
          </a:xfrm>
          <a:prstGeom prst="rect">
            <a:avLst/>
          </a:prstGeom>
          <a:solidFill>
            <a:schemeClr val="accent1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7" name="直接连接符 36"/>
          <p:cNvCxnSpPr/>
          <p:nvPr userDrawn="1"/>
        </p:nvCxnSpPr>
        <p:spPr>
          <a:xfrm>
            <a:off x="5673436" y="6025675"/>
            <a:ext cx="5446684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38" name="任意多边形: 形状 37"/>
          <p:cNvSpPr/>
          <p:nvPr userDrawn="1"/>
        </p:nvSpPr>
        <p:spPr>
          <a:xfrm rot="16200000">
            <a:off x="6904556" y="2056187"/>
            <a:ext cx="515938" cy="9081918"/>
          </a:xfrm>
          <a:custGeom>
            <a:avLst/>
            <a:gdLst>
              <a:gd name="connsiteX0" fmla="*/ 0 w 515938"/>
              <a:gd name="connsiteY0" fmla="*/ 0 h 6858000"/>
              <a:gd name="connsiteX1" fmla="*/ 515938 w 515938"/>
              <a:gd name="connsiteY1" fmla="*/ 0 h 6858000"/>
              <a:gd name="connsiteX2" fmla="*/ 515938 w 515938"/>
              <a:gd name="connsiteY2" fmla="*/ 6858000 h 6858000"/>
              <a:gd name="connsiteX3" fmla="*/ 0 w 51593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5938" h="6858000">
                <a:moveTo>
                  <a:pt x="0" y="0"/>
                </a:moveTo>
                <a:lnTo>
                  <a:pt x="515938" y="0"/>
                </a:lnTo>
                <a:lnTo>
                  <a:pt x="51593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: 圆角 38"/>
          <p:cNvSpPr/>
          <p:nvPr userDrawn="1"/>
        </p:nvSpPr>
        <p:spPr>
          <a:xfrm rot="16200000">
            <a:off x="7124942" y="2217985"/>
            <a:ext cx="75164" cy="8736997"/>
          </a:xfrm>
          <a:prstGeom prst="roundRect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" name="文本框 25"/>
          <p:cNvSpPr txBox="1"/>
          <p:nvPr userDrawn="1"/>
        </p:nvSpPr>
        <p:spPr>
          <a:xfrm rot="5400000">
            <a:off x="-2739231" y="2290227"/>
            <a:ext cx="7556941" cy="2277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200" b="1" dirty="0">
                <a:ln w="85725">
                  <a:solidFill>
                    <a:schemeClr val="accent1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REPORT</a:t>
            </a:r>
            <a:endParaRPr lang="zh-CN" altLang="en-US" sz="14200" b="1" dirty="0">
              <a:ln w="85725">
                <a:solidFill>
                  <a:schemeClr val="accent1"/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89117565-A883-4906-90C6-F4DB392399C9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9AE79EB-748D-4BD1-921E-D01225041102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7191097" y="1813510"/>
            <a:ext cx="470253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8800" b="1" dirty="0">
                <a:ln w="34925">
                  <a:solidFill>
                    <a:schemeClr val="accent1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H" panose="00020600040101010101" pitchFamily="18" charset="-122"/>
              </a:rPr>
              <a:t>点餐系统</a:t>
            </a:r>
            <a:endParaRPr lang="en-US" altLang="zh-CN" sz="8800" b="1" dirty="0">
              <a:ln w="34925">
                <a:solidFill>
                  <a:schemeClr val="accent1"/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H" panose="00020600040101010101" pitchFamily="18" charset="-122"/>
            </a:endParaRPr>
          </a:p>
          <a:p>
            <a:pPr algn="dist"/>
            <a:r>
              <a:rPr lang="zh-CN" altLang="en-US" sz="8800" b="1" dirty="0">
                <a:ln w="34925">
                  <a:solidFill>
                    <a:schemeClr val="accent1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H" panose="00020600040101010101" pitchFamily="18" charset="-122"/>
              </a:rPr>
              <a:t>概要设计</a:t>
            </a:r>
            <a:endParaRPr lang="zh-CN" altLang="en-US" sz="8800" b="1" dirty="0">
              <a:ln w="34925">
                <a:solidFill>
                  <a:schemeClr val="accent1"/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H" panose="00020600040101010101" pitchFamily="18" charset="-122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2178014" y="4810578"/>
            <a:ext cx="9534561" cy="14959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6669649" y="641725"/>
            <a:ext cx="5522351" cy="1206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6600" b="1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cDonald's</a:t>
            </a:r>
            <a:endParaRPr lang="zh-CN" altLang="en-US" sz="6600" b="1" dirty="0">
              <a:ln w="34925">
                <a:solidFill>
                  <a:schemeClr val="accent1"/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H" panose="00020600040101010101" pitchFamily="18" charset="-122"/>
            </a:endParaRPr>
          </a:p>
        </p:txBody>
      </p:sp>
      <p:pic>
        <p:nvPicPr>
          <p:cNvPr id="2050" name="Picture 2" descr="麦当劳logo及其历史_西宁广告公司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8432" y="753429"/>
            <a:ext cx="987177" cy="863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文本框 92"/>
          <p:cNvSpPr txBox="1"/>
          <p:nvPr/>
        </p:nvSpPr>
        <p:spPr>
          <a:xfrm>
            <a:off x="2812274" y="2892112"/>
            <a:ext cx="1826141" cy="6331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工作概述</a:t>
            </a:r>
            <a:endParaRPr lang="zh-CN" altLang="en-US" sz="3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424978" y="3458050"/>
            <a:ext cx="2727125" cy="328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OVERVIEW OF THE WORK</a:t>
            </a:r>
            <a:endParaRPr lang="en-US" altLang="zh-CN" sz="1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2401905" y="4824417"/>
            <a:ext cx="2646878" cy="6331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图形界面设计</a:t>
            </a:r>
            <a:endParaRPr lang="zh-CN" altLang="en-US" sz="3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3115818" y="5457604"/>
            <a:ext cx="2399268" cy="328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 DESIGN</a:t>
            </a:r>
            <a:endParaRPr lang="en-US" altLang="zh-CN" sz="1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7270436" y="2824863"/>
            <a:ext cx="2350708" cy="6331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</a:t>
            </a:r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OJ</a:t>
            </a: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endParaRPr lang="zh-CN" altLang="en-US" sz="3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7459064" y="3458050"/>
            <a:ext cx="1777702" cy="328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REFERENCE CODE</a:t>
            </a:r>
            <a:endParaRPr lang="en-US" altLang="zh-CN" sz="1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7532719" y="4880259"/>
            <a:ext cx="1826141" cy="6331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软件结构</a:t>
            </a:r>
            <a:endParaRPr lang="zh-CN" altLang="en-US" sz="3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7566980" y="5457604"/>
            <a:ext cx="1949763" cy="328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CODE STRUCTRE</a:t>
            </a:r>
            <a:endParaRPr lang="zh-CN" altLang="en-US" sz="1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849253" y="115662"/>
            <a:ext cx="10493493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en-US" altLang="zh-CN" sz="14200" b="1" dirty="0">
                <a:ln w="44450">
                  <a:solidFill>
                    <a:schemeClr val="accent1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ONE</a:t>
            </a:r>
            <a:endParaRPr lang="zh-CN" altLang="en-US" sz="14200" b="1" dirty="0">
              <a:ln w="44450">
                <a:solidFill>
                  <a:schemeClr val="accent1"/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580349" y="2227716"/>
            <a:ext cx="5109091" cy="17148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工作概述</a:t>
            </a:r>
            <a:endParaRPr lang="zh-CN" altLang="en-US" sz="9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26819" y="4161055"/>
            <a:ext cx="6237477" cy="700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en-US" altLang="zh-CN" sz="3600" b="1" dirty="0">
                <a:ln w="25400">
                  <a:solidFill>
                    <a:schemeClr val="tx1"/>
                  </a:solidFill>
                </a:ln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OVERVIEW OF THE WORK</a:t>
            </a:r>
            <a:endParaRPr lang="en-US" altLang="zh-CN" sz="3600" b="1" dirty="0">
              <a:ln w="25400">
                <a:solidFill>
                  <a:schemeClr val="tx1"/>
                </a:solidFill>
              </a:ln>
              <a:noFill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6" name="文本框 205"/>
          <p:cNvSpPr txBox="1"/>
          <p:nvPr/>
        </p:nvSpPr>
        <p:spPr>
          <a:xfrm>
            <a:off x="6029545" y="2154503"/>
            <a:ext cx="32461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9600" b="1" dirty="0">
                <a:ln w="19050">
                  <a:solidFill>
                    <a:srgbClr val="000000"/>
                  </a:solidFill>
                </a:ln>
                <a:noFill/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H" panose="00020600040101010101" pitchFamily="18" charset="-122"/>
              </a:rPr>
              <a:t>01</a:t>
            </a:r>
            <a:endParaRPr lang="zh-CN" altLang="en-US" sz="9600" b="1" dirty="0">
              <a:ln w="19050">
                <a:solidFill>
                  <a:srgbClr val="000000"/>
                </a:solidFill>
              </a:ln>
              <a:noFill/>
              <a:latin typeface="微软雅黑" panose="020B0503020204020204" pitchFamily="34" charset="-122"/>
              <a:ea typeface="微软雅黑" panose="020B0503020204020204" pitchFamily="34" charset="-122"/>
              <a:sym typeface="阿里巴巴普惠体 H" panose="00020600040101010101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024129" y="1874783"/>
            <a:ext cx="10143741" cy="4104640"/>
          </a:xfrm>
          <a:prstGeom prst="rect">
            <a:avLst/>
          </a:prstGeom>
          <a:solidFill>
            <a:schemeClr val="accent1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128992" y="1989915"/>
            <a:ext cx="9934016" cy="3883557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ctr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1309229" y="1868621"/>
            <a:ext cx="179408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6000" b="1" dirty="0">
                <a:solidFill>
                  <a:srgbClr val="D9D9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ONE</a:t>
            </a:r>
            <a:endParaRPr lang="zh-CN" altLang="en-US" sz="6000" b="1" dirty="0">
              <a:solidFill>
                <a:srgbClr val="D9D9D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310197" y="2367474"/>
            <a:ext cx="1415772" cy="497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菜单文件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1233854" y="2865431"/>
            <a:ext cx="9934016" cy="2726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本题为大家提供麦当劳的菜单文件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(</a:t>
            </a:r>
            <a:r>
              <a:rPr lang="en-US" altLang="zh-CN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dict.dic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)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，按如下格式给出：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  <a:sym typeface="阿里巴巴普惠体 R" panose="00020600040101010101" pitchFamily="18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第一行给出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N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和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M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，其中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N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表示食物的种类数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(1≤N≤100)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，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M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表示套餐的种类数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(1≤M≤100)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  <a:sym typeface="阿里巴巴普惠体 R" panose="00020600040101010101" pitchFamily="18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第二行包含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N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个字符串，每个字符串 </a:t>
            </a:r>
            <a:r>
              <a:rPr lang="en-US" altLang="zh-CN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name_i^food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表示第</a:t>
            </a:r>
            <a:r>
              <a:rPr lang="en-US" altLang="zh-CN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i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种食物的名称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(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不超过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50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个字符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)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  <a:sym typeface="阿里巴巴普惠体 R" panose="00020600040101010101" pitchFamily="18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第三行包含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N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个整数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t_1,t_2,...,</a:t>
            </a:r>
            <a:r>
              <a:rPr lang="en-US" altLang="zh-CN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t_N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(1≤t_i≤70)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，其中</a:t>
            </a:r>
            <a:r>
              <a:rPr lang="en-US" altLang="zh-CN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t_i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表示第</a:t>
            </a:r>
            <a:r>
              <a:rPr lang="en-US" altLang="zh-CN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i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种食物的制作时长。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  <a:sym typeface="阿里巴巴普惠体 R" panose="00020600040101010101" pitchFamily="18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第四行包含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N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个整数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cap_1,cap_2,...,</a:t>
            </a:r>
            <a:r>
              <a:rPr lang="en-US" altLang="zh-CN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cap_N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(1≤cap_i≤54001)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，其中</a:t>
            </a:r>
            <a:r>
              <a:rPr lang="en-US" altLang="zh-CN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cap_i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表示第</a:t>
            </a:r>
            <a:r>
              <a:rPr lang="en-US" altLang="zh-CN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i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种食物的最大存储容量。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  <a:sym typeface="阿里巴巴普惠体 R" panose="00020600040101010101" pitchFamily="18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第五行包含两个整数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W_1,W_2(2≤W_2≤W_1≤100)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。 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  <a:sym typeface="阿里巴巴普惠体 R" panose="00020600040101010101" pitchFamily="18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接下来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M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行，其中的第</a:t>
            </a:r>
            <a:r>
              <a:rPr lang="en-US" altLang="zh-CN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i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行包含多个字符串，第一个字符串</a:t>
            </a:r>
            <a:r>
              <a:rPr lang="en-US" altLang="zh-CN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name_i^combo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表示第</a:t>
            </a:r>
            <a:r>
              <a:rPr lang="en-US" altLang="zh-CN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i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个套餐的名称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(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不超过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50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个字符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)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，后续的第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j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个字符串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name_(</a:t>
            </a:r>
            <a:r>
              <a:rPr lang="en-US" altLang="zh-CN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i,j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)^food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表示第</a:t>
            </a:r>
            <a:r>
              <a:rPr lang="en-US" altLang="zh-CN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i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个套餐中包含的第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j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种食物的名称。一个套餐包含的食物种类不超过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5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，每种食物只有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1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个。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  <a:sym typeface="阿里巴巴普惠体 R" panose="00020600040101010101" pitchFamily="18" charset="-122"/>
            </a:endParaRPr>
          </a:p>
        </p:txBody>
      </p:sp>
      <p:sp>
        <p:nvSpPr>
          <p:cNvPr id="81" name="矩形: 圆角 80"/>
          <p:cNvSpPr/>
          <p:nvPr/>
        </p:nvSpPr>
        <p:spPr>
          <a:xfrm rot="5400000">
            <a:off x="2558617" y="1553730"/>
            <a:ext cx="45719" cy="2544495"/>
          </a:xfrm>
          <a:prstGeom prst="roundRect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82" name="直接连接符 81"/>
          <p:cNvCxnSpPr/>
          <p:nvPr/>
        </p:nvCxnSpPr>
        <p:spPr>
          <a:xfrm>
            <a:off x="1428129" y="5575352"/>
            <a:ext cx="2544496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连接符 135"/>
          <p:cNvCxnSpPr/>
          <p:nvPr/>
        </p:nvCxnSpPr>
        <p:spPr>
          <a:xfrm>
            <a:off x="4809812" y="5575352"/>
            <a:ext cx="2544496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948750" y="450560"/>
            <a:ext cx="26212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工作概述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948750" y="1193304"/>
            <a:ext cx="4583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b="1" dirty="0">
                <a:ln w="9525">
                  <a:solidFill>
                    <a:srgbClr val="000000"/>
                  </a:solidFill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OVERVIEW OF THE WORK</a:t>
            </a:r>
            <a:endParaRPr lang="zh-CN" altLang="en-US" sz="1600" b="1" dirty="0">
              <a:ln w="9525">
                <a:solidFill>
                  <a:srgbClr val="000000"/>
                </a:solidFill>
              </a:ln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024129" y="1874783"/>
            <a:ext cx="10143741" cy="4104640"/>
          </a:xfrm>
          <a:prstGeom prst="rect">
            <a:avLst/>
          </a:prstGeom>
          <a:solidFill>
            <a:schemeClr val="accent1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128992" y="1989915"/>
            <a:ext cx="9934016" cy="3883557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ctr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1309229" y="1868621"/>
            <a:ext cx="2140458" cy="11064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6000" b="1" dirty="0">
                <a:solidFill>
                  <a:srgbClr val="D9D9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TWO</a:t>
            </a:r>
            <a:endParaRPr lang="zh-CN" altLang="en-US" sz="6000" b="1" dirty="0">
              <a:solidFill>
                <a:srgbClr val="D9D9D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310197" y="2367474"/>
            <a:ext cx="2031325" cy="497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输入发生改变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1233854" y="2865431"/>
            <a:ext cx="9934016" cy="1907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总订单量由已知变为未知。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  <a:sym typeface="阿里巴巴普惠体 R" panose="00020600040101010101" pitchFamily="18" charset="-122"/>
            </a:endParaRPr>
          </a:p>
          <a:p>
            <a:pPr>
              <a:lnSpc>
                <a:spcPct val="120000"/>
              </a:lnSpc>
            </a:pP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  <a:sym typeface="阿里巴巴普惠体 R" panose="00020600040101010101" pitchFamily="18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在运行到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t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秒时在图形界面选择食物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/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套餐，相当于原来的订单输入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  <a:sym typeface="阿里巴巴普惠体 R" panose="00020600040101010101" pitchFamily="18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     e.g.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   第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07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：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00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：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05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秒在图形界面选择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Croutons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  <a:sym typeface="阿里巴巴普惠体 R" panose="00020600040101010101" pitchFamily="18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             相当于输入：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07:00:05 Croutons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  <a:sym typeface="阿里巴巴普惠体 R" panose="00020600040101010101" pitchFamily="18" charset="-122"/>
            </a:endParaRPr>
          </a:p>
        </p:txBody>
      </p:sp>
      <p:sp>
        <p:nvSpPr>
          <p:cNvPr id="81" name="矩形: 圆角 80"/>
          <p:cNvSpPr/>
          <p:nvPr/>
        </p:nvSpPr>
        <p:spPr>
          <a:xfrm rot="5400000">
            <a:off x="2558617" y="1553730"/>
            <a:ext cx="45719" cy="2544495"/>
          </a:xfrm>
          <a:prstGeom prst="roundRect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82" name="直接连接符 81"/>
          <p:cNvCxnSpPr/>
          <p:nvPr/>
        </p:nvCxnSpPr>
        <p:spPr>
          <a:xfrm>
            <a:off x="1428129" y="5575352"/>
            <a:ext cx="2544496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连接符 135"/>
          <p:cNvCxnSpPr/>
          <p:nvPr/>
        </p:nvCxnSpPr>
        <p:spPr>
          <a:xfrm>
            <a:off x="4809812" y="5575352"/>
            <a:ext cx="2544496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948750" y="450560"/>
            <a:ext cx="26212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工作概述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948750" y="1193304"/>
            <a:ext cx="4583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b="1" dirty="0">
                <a:ln w="9525">
                  <a:solidFill>
                    <a:srgbClr val="000000"/>
                  </a:solidFill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OVERVIEW OF THE WORK</a:t>
            </a:r>
            <a:endParaRPr lang="zh-CN" altLang="en-US" sz="1600" b="1" dirty="0">
              <a:ln w="9525">
                <a:solidFill>
                  <a:srgbClr val="000000"/>
                </a:solidFill>
              </a:ln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024129" y="1874783"/>
            <a:ext cx="10143741" cy="4104640"/>
          </a:xfrm>
          <a:prstGeom prst="rect">
            <a:avLst/>
          </a:prstGeom>
          <a:solidFill>
            <a:schemeClr val="accent1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128992" y="1989915"/>
            <a:ext cx="9934016" cy="3883557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ctr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1128992" y="1777036"/>
            <a:ext cx="2712602" cy="11064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6000" b="1" dirty="0">
                <a:solidFill>
                  <a:srgbClr val="D9D9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THREE</a:t>
            </a:r>
            <a:endParaRPr lang="zh-CN" altLang="en-US" sz="6000" b="1" dirty="0">
              <a:solidFill>
                <a:srgbClr val="D9D9D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310197" y="2367474"/>
            <a:ext cx="2031325" cy="497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输出发生改变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1233854" y="2865431"/>
            <a:ext cx="9934016" cy="2646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运行时：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  <a:sym typeface="阿里巴巴普惠体 R" panose="00020600040101010101" pitchFamily="18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   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在图形界面显示系统时间（模拟）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  <a:sym typeface="阿里巴巴普惠体 R" panose="00020600040101010101" pitchFamily="18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   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在图形界面显示当前未完成订单信息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  <a:sym typeface="阿里巴巴普惠体 R" panose="00020600040101010101" pitchFamily="18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运行结束：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  <a:sym typeface="阿里巴巴普惠体 R" panose="00020600040101010101" pitchFamily="18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    在图形界面显示所有订单信息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  <a:sym typeface="阿里巴巴普惠体 R" panose="00020600040101010101" pitchFamily="18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       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所选食物  开始时间  是否成功  结束时间（如果有）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  <a:sym typeface="阿里巴巴普惠体 R" panose="00020600040101010101" pitchFamily="18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   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R" panose="00020600040101010101" pitchFamily="18" charset="-122"/>
              </a:rPr>
              <a:t>生成账单信息文件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  <a:sym typeface="阿里巴巴普惠体 R" panose="00020600040101010101" pitchFamily="18" charset="-122"/>
            </a:endParaRPr>
          </a:p>
        </p:txBody>
      </p:sp>
      <p:sp>
        <p:nvSpPr>
          <p:cNvPr id="81" name="矩形: 圆角 80"/>
          <p:cNvSpPr/>
          <p:nvPr/>
        </p:nvSpPr>
        <p:spPr>
          <a:xfrm rot="5400000">
            <a:off x="2558617" y="1553730"/>
            <a:ext cx="45719" cy="2544495"/>
          </a:xfrm>
          <a:prstGeom prst="roundRect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82" name="直接连接符 81"/>
          <p:cNvCxnSpPr/>
          <p:nvPr/>
        </p:nvCxnSpPr>
        <p:spPr>
          <a:xfrm>
            <a:off x="1428129" y="5575352"/>
            <a:ext cx="2544496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连接符 135"/>
          <p:cNvCxnSpPr/>
          <p:nvPr/>
        </p:nvCxnSpPr>
        <p:spPr>
          <a:xfrm>
            <a:off x="4809812" y="5575352"/>
            <a:ext cx="2544496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948750" y="450560"/>
            <a:ext cx="26212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工作概述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948750" y="1193304"/>
            <a:ext cx="4583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b="1" dirty="0">
                <a:ln w="9525">
                  <a:solidFill>
                    <a:srgbClr val="000000"/>
                  </a:solidFill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OVERVIEW OF THE WORK</a:t>
            </a:r>
            <a:endParaRPr lang="zh-CN" altLang="en-US" sz="1600" b="1" dirty="0">
              <a:ln w="9525">
                <a:solidFill>
                  <a:srgbClr val="000000"/>
                </a:solidFill>
              </a:ln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960522" y="136185"/>
            <a:ext cx="10493493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en-US" altLang="zh-CN" sz="14200" b="1" dirty="0">
                <a:ln w="44450">
                  <a:solidFill>
                    <a:schemeClr val="accent1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TWO</a:t>
            </a:r>
            <a:endParaRPr lang="zh-CN" altLang="en-US" sz="14200" b="1" dirty="0">
              <a:ln w="44450">
                <a:solidFill>
                  <a:schemeClr val="accent1"/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555122" y="2203120"/>
            <a:ext cx="5109091" cy="17148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参考代码</a:t>
            </a:r>
            <a:endParaRPr lang="zh-CN" altLang="en-US" sz="9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60522" y="4170930"/>
            <a:ext cx="4298293" cy="700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600" b="1" dirty="0">
                <a:ln w="25400">
                  <a:solidFill>
                    <a:schemeClr val="tx1"/>
                  </a:solidFill>
                </a:ln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REFERENCE CODE</a:t>
            </a:r>
            <a:endParaRPr lang="en-US" altLang="zh-CN" sz="3600" b="1" dirty="0">
              <a:ln w="25400">
                <a:solidFill>
                  <a:schemeClr val="tx1"/>
                </a:solidFill>
              </a:ln>
              <a:noFill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6" name="文本框 205"/>
          <p:cNvSpPr txBox="1"/>
          <p:nvPr/>
        </p:nvSpPr>
        <p:spPr>
          <a:xfrm>
            <a:off x="6029545" y="2154503"/>
            <a:ext cx="32461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9600" b="1" dirty="0">
                <a:ln w="19050">
                  <a:solidFill>
                    <a:srgbClr val="000000"/>
                  </a:solidFill>
                </a:ln>
                <a:noFill/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H" panose="00020600040101010101" pitchFamily="18" charset="-122"/>
              </a:rPr>
              <a:t>02</a:t>
            </a:r>
            <a:endParaRPr lang="zh-CN" altLang="en-US" sz="9600" b="1" dirty="0">
              <a:ln w="19050">
                <a:solidFill>
                  <a:srgbClr val="000000"/>
                </a:solidFill>
              </a:ln>
              <a:noFill/>
              <a:latin typeface="微软雅黑" panose="020B0503020204020204" pitchFamily="34" charset="-122"/>
              <a:ea typeface="微软雅黑" panose="020B0503020204020204" pitchFamily="34" charset="-122"/>
              <a:sym typeface="阿里巴巴普惠体 H" panose="00020600040101010101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直接连接符 72"/>
          <p:cNvCxnSpPr/>
          <p:nvPr/>
        </p:nvCxnSpPr>
        <p:spPr>
          <a:xfrm>
            <a:off x="7652049" y="6024193"/>
            <a:ext cx="382524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3" name="图表 62"/>
          <p:cNvGraphicFramePr/>
          <p:nvPr/>
        </p:nvGraphicFramePr>
        <p:xfrm>
          <a:off x="7411233" y="1485621"/>
          <a:ext cx="4418704" cy="8283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7" name="文本框 76"/>
          <p:cNvSpPr txBox="1"/>
          <p:nvPr/>
        </p:nvSpPr>
        <p:spPr>
          <a:xfrm>
            <a:off x="948750" y="1971224"/>
            <a:ext cx="5221301" cy="40529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int main(){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    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读取菜单文件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    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读取输入订单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    每日营业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    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订单状态输出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}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阿里巴巴普惠体 M" panose="00020600040101010101" pitchFamily="18" charset="-122"/>
              </a:rPr>
              <a:t>每日营业：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阿里巴巴普惠体 M" panose="00020600040101010101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f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阿里巴巴普惠体 M" panose="00020600040101010101" pitchFamily="18" charset="-122"/>
              </a:rPr>
              <a:t>or(time=07:00:00;time&lt;23:59:59;time++){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阿里巴巴普惠体 M" panose="00020600040101010101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阿里巴巴普惠体 M" panose="00020600040101010101" pitchFamily="18" charset="-122"/>
              </a:rPr>
              <a:t>    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阿里巴巴普惠体 M" panose="00020600040101010101" pitchFamily="18" charset="-122"/>
              </a:rPr>
              <a:t>制作食物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阿里巴巴普惠体 M" panose="00020600040101010101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阿里巴巴普惠体 M" panose="00020600040101010101" pitchFamily="18" charset="-122"/>
              </a:rPr>
              <a:t>    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阿里巴巴普惠体 M" panose="00020600040101010101" pitchFamily="18" charset="-122"/>
              </a:rPr>
              <a:t>判断系统状态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阿里巴巴普惠体 M" panose="00020600040101010101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阿里巴巴普惠体 M" panose="00020600040101010101" pitchFamily="18" charset="-122"/>
              </a:rPr>
              <a:t>    处理订单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阿里巴巴普惠体 M" panose="00020600040101010101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阿里巴巴普惠体 M" panose="00020600040101010101" pitchFamily="18" charset="-122"/>
              </a:rPr>
              <a:t>}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阿里巴巴普惠体 M" panose="00020600040101010101" pitchFamily="18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948750" y="450560"/>
            <a:ext cx="26212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经验总结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948750" y="1216454"/>
            <a:ext cx="26212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en-US" altLang="zh-CN" sz="1600" b="1" dirty="0">
                <a:ln w="9525">
                  <a:solidFill>
                    <a:srgbClr val="000000"/>
                  </a:solidFill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LESSONS LEARNED</a:t>
            </a:r>
            <a:endParaRPr lang="en-US" altLang="zh-CN" sz="1600" b="1" dirty="0">
              <a:ln w="9525">
                <a:solidFill>
                  <a:srgbClr val="000000"/>
                </a:solidFill>
              </a:ln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直接连接符 72"/>
          <p:cNvCxnSpPr/>
          <p:nvPr/>
        </p:nvCxnSpPr>
        <p:spPr>
          <a:xfrm>
            <a:off x="7652049" y="6024193"/>
            <a:ext cx="382524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3" name="图表 62"/>
          <p:cNvGraphicFramePr/>
          <p:nvPr/>
        </p:nvGraphicFramePr>
        <p:xfrm>
          <a:off x="7411233" y="1485621"/>
          <a:ext cx="4418704" cy="8283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4" name="文本框 63"/>
          <p:cNvSpPr txBox="1"/>
          <p:nvPr/>
        </p:nvSpPr>
        <p:spPr>
          <a:xfrm>
            <a:off x="7652049" y="3114004"/>
            <a:ext cx="3937071" cy="1815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A B C D   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M" panose="00020600040101010101" pitchFamily="18" charset="-122"/>
              </a:rPr>
              <a:t>AC100%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  <a:sym typeface="阿里巴巴普惠体 M" panose="00020600040101010101" pitchFamily="18" charset="-122"/>
            </a:endParaRPr>
          </a:p>
          <a:p>
            <a:pPr>
              <a:lnSpc>
                <a:spcPct val="120000"/>
              </a:lnSpc>
            </a:pP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  <a:sym typeface="阿里巴巴普惠体 M" panose="00020600040101010101" pitchFamily="18" charset="-122"/>
            </a:endParaRPr>
          </a:p>
          <a:p>
            <a:pPr>
              <a:lnSpc>
                <a:spcPct val="120000"/>
              </a:lnSpc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M" panose="00020600040101010101" pitchFamily="18" charset="-122"/>
              </a:rPr>
              <a:t>E              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M" panose="00020600040101010101" pitchFamily="18" charset="-122"/>
              </a:rPr>
              <a:t>时间超限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  <a:sym typeface="阿里巴巴普惠体 M" panose="00020600040101010101" pitchFamily="18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112423" y="1626311"/>
            <a:ext cx="3441135" cy="4717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处理订单：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for(</a:t>
            </a:r>
            <a:r>
              <a:rPr lang="en-US" altLang="zh-CN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i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=0;i&lt;</a:t>
            </a:r>
            <a:r>
              <a:rPr lang="en-US" altLang="zh-CN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ordenumber;i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++){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    if(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订单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[</a:t>
            </a:r>
            <a:r>
              <a:rPr lang="en-US" altLang="zh-CN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i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]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未开始）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        break;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    if(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订单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[</a:t>
            </a:r>
            <a:r>
              <a:rPr lang="en-US" altLang="zh-CN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i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]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在本秒开始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){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        if(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系统关闭）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            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订单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[</a:t>
            </a:r>
            <a:r>
              <a:rPr lang="en-US" altLang="zh-CN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i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]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失败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        else  //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系统开放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{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            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订单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[</a:t>
            </a:r>
            <a:r>
              <a:rPr lang="en-US" altLang="zh-CN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i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]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状态改为进行中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            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配餐和判断是否完成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        }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    if(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订单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[</a:t>
            </a:r>
            <a:r>
              <a:rPr lang="en-US" altLang="zh-CN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i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]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进行中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)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        配餐和判断是否完成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}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948750" y="450560"/>
            <a:ext cx="26212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经验总结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948750" y="1216454"/>
            <a:ext cx="26212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en-US" altLang="zh-CN" sz="1600" b="1" dirty="0">
                <a:ln w="9525">
                  <a:solidFill>
                    <a:srgbClr val="000000"/>
                  </a:solidFill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LESSONS LEARNED</a:t>
            </a:r>
            <a:endParaRPr lang="en-US" altLang="zh-CN" sz="1600" b="1" dirty="0">
              <a:ln w="9525">
                <a:solidFill>
                  <a:srgbClr val="000000"/>
                </a:solidFill>
              </a:ln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直接连接符 72"/>
          <p:cNvCxnSpPr/>
          <p:nvPr/>
        </p:nvCxnSpPr>
        <p:spPr>
          <a:xfrm>
            <a:off x="7652049" y="6024193"/>
            <a:ext cx="382524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3" name="图表 62"/>
          <p:cNvGraphicFramePr/>
          <p:nvPr/>
        </p:nvGraphicFramePr>
        <p:xfrm>
          <a:off x="7411233" y="1485621"/>
          <a:ext cx="4418704" cy="8283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4" name="文本框 63"/>
          <p:cNvSpPr txBox="1"/>
          <p:nvPr/>
        </p:nvSpPr>
        <p:spPr>
          <a:xfrm>
            <a:off x="7596137" y="3429000"/>
            <a:ext cx="3937071" cy="903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阿里巴巴普惠体 M" panose="00020600040101010101" pitchFamily="18" charset="-122"/>
              </a:rPr>
              <a:t>PERFRECT!!!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  <a:sym typeface="阿里巴巴普惠体 M" panose="00020600040101010101" pitchFamily="18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948750" y="1485621"/>
            <a:ext cx="4631396" cy="5493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更改每日营业：</a:t>
            </a: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for(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阿里巴巴普惠体 M" panose="00020600040101010101" pitchFamily="18" charset="-122"/>
              </a:rPr>
              <a:t>time=07:00:00;time&lt;23:59:59;time++){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阿里巴巴普惠体 M" panose="00020600040101010101" pitchFamily="18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sz="1600" b="1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    </a:t>
            </a:r>
            <a:r>
              <a:rPr lang="zh-CN" altLang="en-US" sz="1600" b="1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刷新图形界面显示时间（模拟）</a:t>
            </a:r>
            <a:endParaRPr lang="en-US" altLang="zh-CN" sz="1600" b="1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sz="1600" b="1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    </a:t>
            </a:r>
            <a:r>
              <a:rPr lang="zh-CN" altLang="en-US" sz="1600" b="1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制作食物</a:t>
            </a:r>
            <a:endParaRPr lang="en-US" altLang="zh-CN" sz="1600" b="1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sz="1600" b="1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    </a:t>
            </a:r>
            <a:r>
              <a:rPr lang="zh-CN" altLang="en-US" sz="1600" b="1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判断系统状态</a:t>
            </a: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    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检测是否有新订单输入</a:t>
            </a: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    if(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输入订单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){</a:t>
            </a: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        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如果系统开放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{</a:t>
            </a: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            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订单成功</a:t>
            </a: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            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计算预计完成时间，并显示</a:t>
            </a: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        }</a:t>
            </a: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        else    //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系统关闭</a:t>
            </a: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            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订单失败</a:t>
            </a: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    }</a:t>
            </a: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    if(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有订单在此时完成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)</a:t>
            </a: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        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关闭此订单在图形界面显示</a:t>
            </a: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    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等待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1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秒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(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模拟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)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，开始下一秒任务</a:t>
            </a: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}</a:t>
            </a: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948750" y="450560"/>
            <a:ext cx="2646878" cy="903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代码升级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948750" y="1216454"/>
            <a:ext cx="26212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en-US" altLang="zh-CN" sz="1600" b="1" dirty="0">
                <a:ln w="9525">
                  <a:solidFill>
                    <a:srgbClr val="000000"/>
                  </a:solidFill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LESSONS LEARNED</a:t>
            </a:r>
            <a:endParaRPr lang="en-US" altLang="zh-CN" sz="1600" b="1" dirty="0">
              <a:ln w="9525">
                <a:solidFill>
                  <a:srgbClr val="000000"/>
                </a:solidFill>
              </a:ln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14098" y="100451"/>
            <a:ext cx="11963805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4200" b="1" dirty="0">
                <a:ln w="44450">
                  <a:solidFill>
                    <a:schemeClr val="accent1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THREE</a:t>
            </a:r>
            <a:endParaRPr lang="zh-CN" altLang="en-US" sz="14200" b="1" dirty="0">
              <a:ln w="44450">
                <a:solidFill>
                  <a:schemeClr val="accent1"/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531047" y="2367901"/>
            <a:ext cx="5109091" cy="17148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界面设计</a:t>
            </a:r>
            <a:endParaRPr lang="zh-CN" altLang="en-US" sz="9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20683" y="4108884"/>
            <a:ext cx="2643672" cy="700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600" b="1" dirty="0">
                <a:ln w="25400">
                  <a:solidFill>
                    <a:schemeClr val="tx1"/>
                  </a:solidFill>
                </a:ln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UI DESIGN</a:t>
            </a:r>
            <a:endParaRPr lang="en-US" altLang="zh-CN" sz="3600" b="1" dirty="0">
              <a:ln w="25400">
                <a:solidFill>
                  <a:schemeClr val="tx1"/>
                </a:solidFill>
              </a:ln>
              <a:noFill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6" name="文本框 205"/>
          <p:cNvSpPr txBox="1"/>
          <p:nvPr/>
        </p:nvSpPr>
        <p:spPr>
          <a:xfrm>
            <a:off x="6029545" y="2154503"/>
            <a:ext cx="32461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9600" b="1" dirty="0">
                <a:ln w="19050">
                  <a:solidFill>
                    <a:srgbClr val="000000"/>
                  </a:solidFill>
                </a:ln>
                <a:noFill/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H" panose="00020600040101010101" pitchFamily="18" charset="-122"/>
              </a:rPr>
              <a:t>03</a:t>
            </a:r>
            <a:endParaRPr lang="zh-CN" altLang="en-US" sz="9600" b="1" dirty="0">
              <a:ln w="19050">
                <a:solidFill>
                  <a:srgbClr val="000000"/>
                </a:solidFill>
              </a:ln>
              <a:noFill/>
              <a:latin typeface="微软雅黑" panose="020B0503020204020204" pitchFamily="34" charset="-122"/>
              <a:ea typeface="微软雅黑" panose="020B0503020204020204" pitchFamily="34" charset="-122"/>
              <a:sym typeface="阿里巴巴普惠体 H" panose="00020600040101010101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/>
          <p:cNvSpPr txBox="1"/>
          <p:nvPr/>
        </p:nvSpPr>
        <p:spPr>
          <a:xfrm>
            <a:off x="948750" y="450560"/>
            <a:ext cx="2646878" cy="903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界面设计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948750" y="1193304"/>
            <a:ext cx="4583800" cy="362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b="1" dirty="0">
                <a:ln w="9525">
                  <a:solidFill>
                    <a:srgbClr val="000000"/>
                  </a:solidFill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 DESIGN</a:t>
            </a:r>
            <a:endParaRPr lang="en-US" altLang="zh-CN" sz="1600" b="1" dirty="0">
              <a:ln w="9525">
                <a:solidFill>
                  <a:srgbClr val="000000"/>
                </a:solidFill>
              </a:ln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104611" y="2491969"/>
            <a:ext cx="4842781" cy="522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完成人员档案的管理工作，并建立相应的电子档案。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110150" y="3405404"/>
            <a:ext cx="1451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第二部分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104612" y="3945602"/>
            <a:ext cx="4842781" cy="522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加强考勤管理，完善考勤制度，严格落实相应的考勤责任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R" panose="00020600040101010101" pitchFamily="18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6110150" y="4859037"/>
            <a:ext cx="1451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第三部分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6104612" y="5399235"/>
            <a:ext cx="4842781" cy="522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根据公司情况，员工意见，调整员工福利，降低福利成本。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3141" y="1257597"/>
            <a:ext cx="7675061" cy="5579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/>
          <p:cNvSpPr txBox="1"/>
          <p:nvPr/>
        </p:nvSpPr>
        <p:spPr>
          <a:xfrm>
            <a:off x="948750" y="450560"/>
            <a:ext cx="2646878" cy="903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界面设计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948750" y="1193304"/>
            <a:ext cx="4583800" cy="362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b="1" dirty="0">
                <a:ln w="9525">
                  <a:solidFill>
                    <a:srgbClr val="000000"/>
                  </a:solidFill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 DESIGN</a:t>
            </a:r>
            <a:endParaRPr lang="en-US" altLang="zh-CN" sz="1600" b="1" dirty="0">
              <a:ln w="9525">
                <a:solidFill>
                  <a:srgbClr val="000000"/>
                </a:solidFill>
              </a:ln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104611" y="2491969"/>
            <a:ext cx="4842781" cy="522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完成人员档案的管理工作，并建立相应的电子档案。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110150" y="3405404"/>
            <a:ext cx="1451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第二部分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104612" y="3945602"/>
            <a:ext cx="4842781" cy="522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加强考勤管理，完善考勤制度，严格落实相应的考勤责任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R" panose="00020600040101010101" pitchFamily="18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6110150" y="4859037"/>
            <a:ext cx="1451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第三部分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6104612" y="5399235"/>
            <a:ext cx="4842781" cy="522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根据公司情况，员工意见，调整员工福利，降低福利成本。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22599" y="1257597"/>
            <a:ext cx="7536144" cy="5579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/>
          <p:cNvSpPr txBox="1"/>
          <p:nvPr/>
        </p:nvSpPr>
        <p:spPr>
          <a:xfrm>
            <a:off x="948750" y="450560"/>
            <a:ext cx="2646878" cy="903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界面设计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948750" y="1193304"/>
            <a:ext cx="4583800" cy="362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b="1" dirty="0">
                <a:ln w="9525">
                  <a:solidFill>
                    <a:srgbClr val="000000"/>
                  </a:solidFill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 DESIGN</a:t>
            </a:r>
            <a:endParaRPr lang="en-US" altLang="zh-CN" sz="1600" b="1" dirty="0">
              <a:ln w="9525">
                <a:solidFill>
                  <a:srgbClr val="000000"/>
                </a:solidFill>
              </a:ln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104611" y="2491969"/>
            <a:ext cx="4842781" cy="522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完成人员档案的管理工作，并建立相应的电子档案。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110150" y="3405404"/>
            <a:ext cx="1451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第二部分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104612" y="3945602"/>
            <a:ext cx="4842781" cy="522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加强考勤管理，完善考勤制度，严格落实相应的考勤责任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R" panose="00020600040101010101" pitchFamily="18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6110150" y="4859037"/>
            <a:ext cx="1451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第三部分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6104612" y="5399235"/>
            <a:ext cx="4842781" cy="522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根据公司情况，员工意见，调整员工福利，降低福利成本。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37197" y="1257597"/>
            <a:ext cx="7506948" cy="5579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/>
          <p:cNvSpPr txBox="1"/>
          <p:nvPr/>
        </p:nvSpPr>
        <p:spPr>
          <a:xfrm>
            <a:off x="948750" y="450560"/>
            <a:ext cx="2646878" cy="903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界面设计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948750" y="1193304"/>
            <a:ext cx="4583800" cy="362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b="1" dirty="0">
                <a:ln w="9525">
                  <a:solidFill>
                    <a:srgbClr val="000000"/>
                  </a:solidFill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 DESIGN</a:t>
            </a:r>
            <a:endParaRPr lang="en-US" altLang="zh-CN" sz="1600" b="1" dirty="0">
              <a:ln w="9525">
                <a:solidFill>
                  <a:srgbClr val="000000"/>
                </a:solidFill>
              </a:ln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104611" y="2491969"/>
            <a:ext cx="4842781" cy="522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完成人员档案的管理工作，并建立相应的电子档案。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110150" y="3405404"/>
            <a:ext cx="1451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第二部分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104612" y="3945602"/>
            <a:ext cx="4842781" cy="522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加强考勤管理，完善考勤制度，严格落实相应的考勤责任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R" panose="00020600040101010101" pitchFamily="18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6110150" y="4859037"/>
            <a:ext cx="1451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第三部分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6104612" y="5399235"/>
            <a:ext cx="4842781" cy="522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根据公司情况，员工意见，调整员工福利，降低福利成本。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37958" y="1257597"/>
            <a:ext cx="7505426" cy="5579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/>
          <p:cNvSpPr txBox="1"/>
          <p:nvPr/>
        </p:nvSpPr>
        <p:spPr>
          <a:xfrm>
            <a:off x="948750" y="450560"/>
            <a:ext cx="2646878" cy="903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界面设计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948750" y="1193304"/>
            <a:ext cx="4583800" cy="362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b="1" dirty="0">
                <a:ln w="9525">
                  <a:solidFill>
                    <a:srgbClr val="000000"/>
                  </a:solidFill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 DESIGN</a:t>
            </a:r>
            <a:endParaRPr lang="en-US" altLang="zh-CN" sz="1600" b="1" dirty="0">
              <a:ln w="9525">
                <a:solidFill>
                  <a:srgbClr val="000000"/>
                </a:solidFill>
              </a:ln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104611" y="2491969"/>
            <a:ext cx="4842781" cy="522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完成人员档案的管理工作，并建立相应的电子档案。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110150" y="3405404"/>
            <a:ext cx="1451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第二部分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104612" y="3945602"/>
            <a:ext cx="4842781" cy="522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加强考勤管理，完善考勤制度，严格落实相应的考勤责任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R" panose="00020600040101010101" pitchFamily="18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6110150" y="4859037"/>
            <a:ext cx="1451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第三部分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6104612" y="5399235"/>
            <a:ext cx="4842781" cy="522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根据公司情况，员工意见，调整员工福利，降低福利成本。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3141" y="1257597"/>
            <a:ext cx="7675061" cy="5579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842210" y="170910"/>
            <a:ext cx="11349789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200" b="1" dirty="0">
                <a:ln w="44450">
                  <a:solidFill>
                    <a:schemeClr val="accent1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FOUR</a:t>
            </a:r>
            <a:endParaRPr lang="zh-CN" altLang="en-US" sz="14200" b="1" dirty="0">
              <a:ln w="44450">
                <a:solidFill>
                  <a:schemeClr val="accent1"/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558665" y="2446880"/>
            <a:ext cx="5109091" cy="17148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软件结构</a:t>
            </a:r>
            <a:endParaRPr lang="zh-CN" altLang="en-US" sz="9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60522" y="4170930"/>
            <a:ext cx="4069063" cy="700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600" b="1" dirty="0">
                <a:ln w="25400">
                  <a:solidFill>
                    <a:schemeClr val="tx1"/>
                  </a:solidFill>
                </a:ln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CODE STRUCTRE</a:t>
            </a:r>
            <a:endParaRPr lang="en-US" altLang="zh-CN" sz="3600" b="1" dirty="0">
              <a:ln w="25400">
                <a:solidFill>
                  <a:schemeClr val="tx1"/>
                </a:solidFill>
              </a:ln>
              <a:noFill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6" name="文本框 205"/>
          <p:cNvSpPr txBox="1"/>
          <p:nvPr/>
        </p:nvSpPr>
        <p:spPr>
          <a:xfrm>
            <a:off x="6029545" y="2154503"/>
            <a:ext cx="32461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9600" b="1" dirty="0">
                <a:ln w="19050">
                  <a:solidFill>
                    <a:srgbClr val="000000"/>
                  </a:solidFill>
                </a:ln>
                <a:noFill/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H" panose="00020600040101010101" pitchFamily="18" charset="-122"/>
              </a:rPr>
              <a:t>04</a:t>
            </a:r>
            <a:endParaRPr lang="zh-CN" altLang="en-US" sz="9600" b="1" dirty="0">
              <a:ln w="19050">
                <a:solidFill>
                  <a:srgbClr val="000000"/>
                </a:solidFill>
              </a:ln>
              <a:noFill/>
              <a:latin typeface="微软雅黑" panose="020B0503020204020204" pitchFamily="34" charset="-122"/>
              <a:ea typeface="微软雅黑" panose="020B0503020204020204" pitchFamily="34" charset="-122"/>
              <a:sym typeface="阿里巴巴普惠体 H" panose="00020600040101010101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/>
          <p:cNvSpPr txBox="1"/>
          <p:nvPr/>
        </p:nvSpPr>
        <p:spPr>
          <a:xfrm>
            <a:off x="948750" y="450560"/>
            <a:ext cx="2646878" cy="903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数据结构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948750" y="1193304"/>
            <a:ext cx="4583800" cy="362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b="1" dirty="0">
                <a:ln w="9525">
                  <a:solidFill>
                    <a:srgbClr val="000000"/>
                  </a:solidFill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 STRUCTRE</a:t>
            </a:r>
            <a:endParaRPr lang="en-US" altLang="zh-CN" sz="1600" b="1" dirty="0">
              <a:ln w="9525">
                <a:solidFill>
                  <a:srgbClr val="000000"/>
                </a:solidFill>
              </a:ln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104611" y="2491969"/>
            <a:ext cx="4842781" cy="522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完成人员档案的管理工作，并建立相应的电子档案。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110150" y="3405404"/>
            <a:ext cx="1451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第二部分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104612" y="3945602"/>
            <a:ext cx="4842781" cy="522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加强考勤管理，完善考勤制度，严格落实相应的考勤责任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R" panose="00020600040101010101" pitchFamily="18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6110150" y="4859037"/>
            <a:ext cx="1451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第三部分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6104612" y="5399235"/>
            <a:ext cx="4842781" cy="522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根据公司情况，员工意见，调整员工福利，降低福利成本。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97473" y="1789587"/>
            <a:ext cx="9749919" cy="41549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/>
          <p:cNvSpPr txBox="1"/>
          <p:nvPr/>
        </p:nvSpPr>
        <p:spPr>
          <a:xfrm>
            <a:off x="948750" y="450560"/>
            <a:ext cx="2646878" cy="903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软件结构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948750" y="1193304"/>
            <a:ext cx="4583800" cy="362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b="1" dirty="0">
                <a:ln w="9525">
                  <a:solidFill>
                    <a:srgbClr val="000000"/>
                  </a:solidFill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 STRUCTRE</a:t>
            </a:r>
            <a:endParaRPr lang="en-US" altLang="zh-CN" sz="1600" b="1" dirty="0">
              <a:ln w="9525">
                <a:solidFill>
                  <a:srgbClr val="000000"/>
                </a:solidFill>
              </a:ln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104611" y="2491969"/>
            <a:ext cx="4842781" cy="522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完成人员档案的管理工作，并建立相应的电子档案。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110150" y="3405404"/>
            <a:ext cx="1451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第二部分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6110150" y="4859037"/>
            <a:ext cx="1451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M" panose="00020600040101010101" pitchFamily="18" charset="-122"/>
              </a:rPr>
              <a:t>第三部分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M" panose="00020600040101010101" pitchFamily="18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6104612" y="5399235"/>
            <a:ext cx="4842781" cy="522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根据公司情况，员工意见，调整员工福利，降低福利成本。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98455" y="1257597"/>
            <a:ext cx="6384431" cy="5579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7163329" y="374870"/>
            <a:ext cx="4702534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3800" b="1" dirty="0">
                <a:ln w="41275">
                  <a:solidFill>
                    <a:schemeClr val="accent1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阿里巴巴普惠体 H" panose="00020600040101010101" pitchFamily="18" charset="-122"/>
              </a:rPr>
              <a:t>感谢观看</a:t>
            </a:r>
            <a:endParaRPr lang="zh-CN" altLang="en-US" sz="13800" b="1" dirty="0">
              <a:ln w="41275">
                <a:solidFill>
                  <a:schemeClr val="accent1"/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阿里巴巴普惠体 H" panose="00020600040101010101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多边形黄黑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62626"/>
      </a:accent1>
      <a:accent2>
        <a:srgbClr val="FFBA3F"/>
      </a:accent2>
      <a:accent3>
        <a:srgbClr val="D9D9D9"/>
      </a:accent3>
      <a:accent4>
        <a:srgbClr val="D2431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>
            <a:lumMod val="85000"/>
            <a:lumOff val="15000"/>
          </a:schemeClr>
        </a:solidFill>
        <a:ln w="28575" cap="flat" cmpd="sng" algn="ctr">
          <a:noFill/>
          <a:prstDash val="solid"/>
          <a:miter lim="800000"/>
        </a:ln>
      </a:spPr>
      <a:bodyPr rtlCol="0" anchor="ctr"/>
      <a:lstStyle>
        <a:defPPr algn="ctr">
          <a:defRPr kern="0">
            <a:solidFill>
              <a:prstClr val="white"/>
            </a:solidFill>
            <a:latin typeface="Alibaba Sans"/>
            <a:ea typeface="阿里巴巴普惠体 R"/>
          </a:defRPr>
        </a:defPPr>
      </a:lstStyle>
    </a:spDef>
    <a:txDef>
      <a:spPr>
        <a:noFill/>
      </a:spPr>
      <a:bodyPr wrap="none" rtlCol="0">
        <a:spAutoFit/>
      </a:bodyPr>
      <a:lstStyle>
        <a:defPPr algn="ctr">
          <a:defRPr sz="14200" dirty="0">
            <a:solidFill>
              <a:schemeClr val="tx1">
                <a:lumMod val="85000"/>
                <a:lumOff val="15000"/>
              </a:schemeClr>
            </a:solidFill>
            <a:latin typeface="阿里巴巴普惠体 H"/>
            <a:ea typeface="阿里巴巴普惠体 H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2325</Words>
  <Application>WPS 演示</Application>
  <PresentationFormat>宽屏</PresentationFormat>
  <Paragraphs>262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5" baseType="lpstr">
      <vt:lpstr>Arial</vt:lpstr>
      <vt:lpstr>宋体</vt:lpstr>
      <vt:lpstr>Wingdings</vt:lpstr>
      <vt:lpstr>Alibaba Sans</vt:lpstr>
      <vt:lpstr>Segoe Print</vt:lpstr>
      <vt:lpstr>阿里巴巴普惠体 R</vt:lpstr>
      <vt:lpstr>阿里巴巴普惠体 H</vt:lpstr>
      <vt:lpstr>微软雅黑</vt:lpstr>
      <vt:lpstr>阿里巴巴普惠体 H</vt:lpstr>
      <vt:lpstr>阿里巴巴普惠体 M</vt:lpstr>
      <vt:lpstr>Helvetica Neue</vt:lpstr>
      <vt:lpstr>阿里巴巴普惠体 R</vt:lpstr>
      <vt:lpstr>Arial Unicode MS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zz1449</dc:creator>
  <cp:lastModifiedBy>叶禹赋</cp:lastModifiedBy>
  <cp:revision>31</cp:revision>
  <dcterms:created xsi:type="dcterms:W3CDTF">2022-07-02T14:21:00Z</dcterms:created>
  <dcterms:modified xsi:type="dcterms:W3CDTF">2025-11-18T10:48:59Z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D6D343E173B549A0B180348A64AD9B8A_13</vt:lpwstr>
  </property>
  <property fmtid="{D5CDD505-2E9C-101B-9397-08002B2CF9AE}" pid="3" name="KSOProductBuildVer">
    <vt:lpwstr>2052-12.1.0.23542</vt:lpwstr>
  </property>
</Properties>
</file>